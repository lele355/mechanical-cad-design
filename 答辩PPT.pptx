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8.svg" ContentType="image/svg+xml"/>
  <Override PartName="/ppt/media/image70.svg" ContentType="image/svg+xml"/>
  <Override PartName="/ppt/media/image72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0.svg" ContentType="image/svg+xml"/>
  <Override PartName="/ppt/media/image82.svg" ContentType="image/svg+xml"/>
  <Override PartName="/ppt/media/image84.svg" ContentType="image/svg+xml"/>
  <Override PartName="/ppt/media/image8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.xml" ContentType="application/vnd.openxmlformats-officedocument.presentationml.tags+xml"/>
  <Override PartName="/ppt/tags/tag1010.xml" ContentType="application/vnd.openxmlformats-officedocument.presentationml.tag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tags/tag107.xml" ContentType="application/vnd.openxmlformats-officedocument.presentationml.tag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.xml" ContentType="application/vnd.openxmlformats-officedocument.presentationml.tags+xml"/>
  <Override PartName="/ppt/tags/tag1090.xml" ContentType="application/vnd.openxmlformats-officedocument.presentationml.tag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tags/tag1097.xml" ContentType="application/vnd.openxmlformats-officedocument.presentationml.tag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tags/tag1239.xml" ContentType="application/vnd.openxmlformats-officedocument.presentationml.tags+xml"/>
  <Override PartName="/ppt/tags/tag124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tags/tag126.xml" ContentType="application/vnd.openxmlformats-officedocument.presentationml.tag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.xml" ContentType="application/vnd.openxmlformats-officedocument.presentationml.tags+xml"/>
  <Override PartName="/ppt/tags/tag1280.xml" ContentType="application/vnd.openxmlformats-officedocument.presentationml.tag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tags/tag135.xml" ContentType="application/vnd.openxmlformats-officedocument.presentationml.tag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tags/tag1375.xml" ContentType="application/vnd.openxmlformats-officedocument.presentationml.tag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00.xml" ContentType="application/vnd.openxmlformats-officedocument.presentationml.tag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.xml" ContentType="application/vnd.openxmlformats-officedocument.presentationml.tags+xml"/>
  <Override PartName="/ppt/tags/tag820.xml" ContentType="application/vnd.openxmlformats-officedocument.presentationml.tag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tags/tag909.xml" ContentType="application/vnd.openxmlformats-officedocument.presentationml.tags+xml"/>
  <Override PartName="/ppt/tags/tag91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tags/tag949.xml" ContentType="application/vnd.openxmlformats-officedocument.presentationml.tags+xml"/>
  <Override PartName="/ppt/tags/tag95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tags/tag979.xml" ContentType="application/vnd.openxmlformats-officedocument.presentationml.tags+xml"/>
  <Override PartName="/ppt/tags/tag98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8" r:id="rId4"/>
    <p:sldMasterId id="2147483697" r:id="rId5"/>
    <p:sldMasterId id="2147483716" r:id="rId6"/>
    <p:sldMasterId id="2147483735" r:id="rId7"/>
    <p:sldMasterId id="2147483754" r:id="rId8"/>
  </p:sldMasterIdLst>
  <p:notesMasterIdLst>
    <p:notesMasterId r:id="rId14"/>
  </p:notesMasterIdLst>
  <p:handoutMasterIdLst>
    <p:handoutMasterId r:id="rId34"/>
  </p:handoutMasterIdLst>
  <p:sldIdLst>
    <p:sldId id="277" r:id="rId9"/>
    <p:sldId id="278" r:id="rId10"/>
    <p:sldId id="279" r:id="rId11"/>
    <p:sldId id="280" r:id="rId12"/>
    <p:sldId id="281" r:id="rId13"/>
    <p:sldId id="282" r:id="rId15"/>
    <p:sldId id="299" r:id="rId16"/>
    <p:sldId id="302" r:id="rId17"/>
    <p:sldId id="303" r:id="rId18"/>
    <p:sldId id="304" r:id="rId19"/>
    <p:sldId id="287" r:id="rId20"/>
    <p:sldId id="288" r:id="rId21"/>
    <p:sldId id="307" r:id="rId22"/>
    <p:sldId id="290" r:id="rId23"/>
    <p:sldId id="291" r:id="rId24"/>
    <p:sldId id="308" r:id="rId25"/>
    <p:sldId id="309" r:id="rId26"/>
    <p:sldId id="310" r:id="rId27"/>
    <p:sldId id="311" r:id="rId28"/>
    <p:sldId id="312" r:id="rId29"/>
    <p:sldId id="294" r:id="rId30"/>
    <p:sldId id="295" r:id="rId31"/>
    <p:sldId id="293" r:id="rId32"/>
    <p:sldId id="296" r:id="rId33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1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24.xml"/><Relationship Id="rId32" Type="http://schemas.openxmlformats.org/officeDocument/2006/relationships/slide" Target="slides/slide23.xml"/><Relationship Id="rId31" Type="http://schemas.openxmlformats.org/officeDocument/2006/relationships/slide" Target="slides/slide22.xml"/><Relationship Id="rId30" Type="http://schemas.openxmlformats.org/officeDocument/2006/relationships/slide" Target="slides/slide21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0.xml"/><Relationship Id="rId28" Type="http://schemas.openxmlformats.org/officeDocument/2006/relationships/slide" Target="slides/slide19.xml"/><Relationship Id="rId27" Type="http://schemas.openxmlformats.org/officeDocument/2006/relationships/slide" Target="slides/slide18.xml"/><Relationship Id="rId26" Type="http://schemas.openxmlformats.org/officeDocument/2006/relationships/slide" Target="slides/slide17.xml"/><Relationship Id="rId25" Type="http://schemas.openxmlformats.org/officeDocument/2006/relationships/slide" Target="slides/slide16.xml"/><Relationship Id="rId24" Type="http://schemas.openxmlformats.org/officeDocument/2006/relationships/slide" Target="slides/slide15.xml"/><Relationship Id="rId23" Type="http://schemas.openxmlformats.org/officeDocument/2006/relationships/slide" Target="slides/slide14.xml"/><Relationship Id="rId22" Type="http://schemas.openxmlformats.org/officeDocument/2006/relationships/slide" Target="slides/slide13.xml"/><Relationship Id="rId21" Type="http://schemas.openxmlformats.org/officeDocument/2006/relationships/slide" Target="slides/slide12.xml"/><Relationship Id="rId20" Type="http://schemas.openxmlformats.org/officeDocument/2006/relationships/slide" Target="slides/slide11.xml"/><Relationship Id="rId2" Type="http://schemas.openxmlformats.org/officeDocument/2006/relationships/theme" Target="theme/theme1.xml"/><Relationship Id="rId19" Type="http://schemas.openxmlformats.org/officeDocument/2006/relationships/slide" Target="slides/slide10.xml"/><Relationship Id="rId18" Type="http://schemas.openxmlformats.org/officeDocument/2006/relationships/slide" Target="slides/slide9.xml"/><Relationship Id="rId17" Type="http://schemas.openxmlformats.org/officeDocument/2006/relationships/slide" Target="slides/slide8.xml"/><Relationship Id="rId16" Type="http://schemas.openxmlformats.org/officeDocument/2006/relationships/slide" Target="slides/slide7.xml"/><Relationship Id="rId15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5.xml"/><Relationship Id="rId12" Type="http://schemas.openxmlformats.org/officeDocument/2006/relationships/slide" Target="slides/slide4.xml"/><Relationship Id="rId11" Type="http://schemas.openxmlformats.org/officeDocument/2006/relationships/slide" Target="slides/slide3.xml"/><Relationship Id="rId10" Type="http://schemas.openxmlformats.org/officeDocument/2006/relationships/slide" Target="slides/slide2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5" Type="http://schemas.openxmlformats.org/officeDocument/2006/relationships/tags" Target="../tags/tag32.xml"/><Relationship Id="rId14" Type="http://schemas.openxmlformats.org/officeDocument/2006/relationships/tags" Target="../tags/tag31.xml"/><Relationship Id="rId13" Type="http://schemas.openxmlformats.org/officeDocument/2006/relationships/tags" Target="../tags/tag30.xml"/><Relationship Id="rId12" Type="http://schemas.openxmlformats.org/officeDocument/2006/relationships/tags" Target="../tags/tag29.xml"/><Relationship Id="rId11" Type="http://schemas.openxmlformats.org/officeDocument/2006/relationships/tags" Target="../tags/tag28.xml"/><Relationship Id="rId10" Type="http://schemas.openxmlformats.org/officeDocument/2006/relationships/tags" Target="../tags/tag27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tags" Target="../tags/tag53.xml"/><Relationship Id="rId7" Type="http://schemas.openxmlformats.org/officeDocument/2006/relationships/tags" Target="../tags/tag52.xml"/><Relationship Id="rId6" Type="http://schemas.openxmlformats.org/officeDocument/2006/relationships/tags" Target="../tags/tag51.xml"/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7" Type="http://schemas.openxmlformats.org/officeDocument/2006/relationships/tags" Target="../tags/tag62.xml"/><Relationship Id="rId6" Type="http://schemas.openxmlformats.org/officeDocument/2006/relationships/tags" Target="../tags/tag61.xml"/><Relationship Id="rId5" Type="http://schemas.openxmlformats.org/officeDocument/2006/relationships/tags" Target="../tags/tag60.xml"/><Relationship Id="rId4" Type="http://schemas.openxmlformats.org/officeDocument/2006/relationships/tags" Target="../tags/tag59.xml"/><Relationship Id="rId3" Type="http://schemas.openxmlformats.org/officeDocument/2006/relationships/tags" Target="../tags/tag58.xml"/><Relationship Id="rId2" Type="http://schemas.openxmlformats.org/officeDocument/2006/relationships/tags" Target="../tags/tag5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79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1" Type="http://schemas.openxmlformats.org/officeDocument/2006/relationships/tags" Target="../tags/tag81.xml"/><Relationship Id="rId10" Type="http://schemas.openxmlformats.org/officeDocument/2006/relationships/tags" Target="../tags/tag80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88.xml"/><Relationship Id="rId7" Type="http://schemas.openxmlformats.org/officeDocument/2006/relationships/tags" Target="../tags/tag87.xml"/><Relationship Id="rId6" Type="http://schemas.openxmlformats.org/officeDocument/2006/relationships/tags" Target="../tags/tag86.xml"/><Relationship Id="rId5" Type="http://schemas.openxmlformats.org/officeDocument/2006/relationships/tags" Target="../tags/tag85.xml"/><Relationship Id="rId4" Type="http://schemas.openxmlformats.org/officeDocument/2006/relationships/tags" Target="../tags/tag84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96.xml"/><Relationship Id="rId8" Type="http://schemas.openxmlformats.org/officeDocument/2006/relationships/tags" Target="../tags/tag95.xml"/><Relationship Id="rId7" Type="http://schemas.openxmlformats.org/officeDocument/2006/relationships/tags" Target="../tags/tag94.xml"/><Relationship Id="rId6" Type="http://schemas.openxmlformats.org/officeDocument/2006/relationships/tags" Target="../tags/tag93.xml"/><Relationship Id="rId5" Type="http://schemas.openxmlformats.org/officeDocument/2006/relationships/tags" Target="../tags/tag92.xml"/><Relationship Id="rId4" Type="http://schemas.openxmlformats.org/officeDocument/2006/relationships/tags" Target="../tags/tag91.xml"/><Relationship Id="rId3" Type="http://schemas.openxmlformats.org/officeDocument/2006/relationships/tags" Target="../tags/tag90.xml"/><Relationship Id="rId2" Type="http://schemas.openxmlformats.org/officeDocument/2006/relationships/tags" Target="../tags/tag89.xml"/><Relationship Id="rId13" Type="http://schemas.openxmlformats.org/officeDocument/2006/relationships/tags" Target="../tags/tag100.xml"/><Relationship Id="rId12" Type="http://schemas.openxmlformats.org/officeDocument/2006/relationships/tags" Target="../tags/tag99.xml"/><Relationship Id="rId11" Type="http://schemas.openxmlformats.org/officeDocument/2006/relationships/tags" Target="../tags/tag98.xml"/><Relationship Id="rId10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tags" Target="../tags/tag107.xml"/><Relationship Id="rId7" Type="http://schemas.openxmlformats.org/officeDocument/2006/relationships/tags" Target="../tags/tag106.xml"/><Relationship Id="rId6" Type="http://schemas.openxmlformats.org/officeDocument/2006/relationships/tags" Target="../tags/tag105.xml"/><Relationship Id="rId5" Type="http://schemas.openxmlformats.org/officeDocument/2006/relationships/tags" Target="../tags/tag104.xml"/><Relationship Id="rId4" Type="http://schemas.openxmlformats.org/officeDocument/2006/relationships/tags" Target="../tags/tag103.xml"/><Relationship Id="rId3" Type="http://schemas.openxmlformats.org/officeDocument/2006/relationships/tags" Target="../tags/tag102.xml"/><Relationship Id="rId2" Type="http://schemas.openxmlformats.org/officeDocument/2006/relationships/tags" Target="../tags/tag10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1" Type="http://schemas.openxmlformats.org/officeDocument/2006/relationships/tags" Target="../tags/tag120.xml"/><Relationship Id="rId10" Type="http://schemas.openxmlformats.org/officeDocument/2006/relationships/tags" Target="../tags/tag119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38.xml"/><Relationship Id="rId8" Type="http://schemas.openxmlformats.org/officeDocument/2006/relationships/tags" Target="../tags/tag137.xml"/><Relationship Id="rId7" Type="http://schemas.openxmlformats.org/officeDocument/2006/relationships/tags" Target="../tags/tag136.xml"/><Relationship Id="rId6" Type="http://schemas.openxmlformats.org/officeDocument/2006/relationships/tags" Target="../tags/tag135.xml"/><Relationship Id="rId5" Type="http://schemas.openxmlformats.org/officeDocument/2006/relationships/tags" Target="../tags/tag134.xml"/><Relationship Id="rId4" Type="http://schemas.openxmlformats.org/officeDocument/2006/relationships/tags" Target="../tags/tag133.xml"/><Relationship Id="rId3" Type="http://schemas.openxmlformats.org/officeDocument/2006/relationships/tags" Target="../tags/tag132.xml"/><Relationship Id="rId2" Type="http://schemas.openxmlformats.org/officeDocument/2006/relationships/tags" Target="../tags/tag131.xml"/><Relationship Id="rId13" Type="http://schemas.openxmlformats.org/officeDocument/2006/relationships/tags" Target="../tags/tag142.xml"/><Relationship Id="rId12" Type="http://schemas.openxmlformats.org/officeDocument/2006/relationships/tags" Target="../tags/tag141.xml"/><Relationship Id="rId11" Type="http://schemas.openxmlformats.org/officeDocument/2006/relationships/tags" Target="../tags/tag140.xml"/><Relationship Id="rId10" Type="http://schemas.openxmlformats.org/officeDocument/2006/relationships/tags" Target="../tags/tag139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50.xml"/><Relationship Id="rId8" Type="http://schemas.openxmlformats.org/officeDocument/2006/relationships/tags" Target="../tags/tag149.xml"/><Relationship Id="rId7" Type="http://schemas.openxmlformats.org/officeDocument/2006/relationships/tags" Target="../tags/tag148.xml"/><Relationship Id="rId6" Type="http://schemas.openxmlformats.org/officeDocument/2006/relationships/tags" Target="../tags/tag147.xml"/><Relationship Id="rId5" Type="http://schemas.openxmlformats.org/officeDocument/2006/relationships/tags" Target="../tags/tag146.xml"/><Relationship Id="rId4" Type="http://schemas.openxmlformats.org/officeDocument/2006/relationships/tags" Target="../tags/tag145.xml"/><Relationship Id="rId3" Type="http://schemas.openxmlformats.org/officeDocument/2006/relationships/tags" Target="../tags/tag144.xml"/><Relationship Id="rId2" Type="http://schemas.openxmlformats.org/officeDocument/2006/relationships/tags" Target="../tags/tag143.xml"/><Relationship Id="rId13" Type="http://schemas.openxmlformats.org/officeDocument/2006/relationships/tags" Target="../tags/tag154.xml"/><Relationship Id="rId12" Type="http://schemas.openxmlformats.org/officeDocument/2006/relationships/tags" Target="../tags/tag153.xml"/><Relationship Id="rId11" Type="http://schemas.openxmlformats.org/officeDocument/2006/relationships/tags" Target="../tags/tag152.xml"/><Relationship Id="rId10" Type="http://schemas.openxmlformats.org/officeDocument/2006/relationships/tags" Target="../tags/tag151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68.xml"/><Relationship Id="rId8" Type="http://schemas.openxmlformats.org/officeDocument/2006/relationships/tags" Target="../tags/tag167.xml"/><Relationship Id="rId7" Type="http://schemas.openxmlformats.org/officeDocument/2006/relationships/tags" Target="../tags/tag166.xml"/><Relationship Id="rId6" Type="http://schemas.openxmlformats.org/officeDocument/2006/relationships/tags" Target="../tags/tag165.xml"/><Relationship Id="rId5" Type="http://schemas.openxmlformats.org/officeDocument/2006/relationships/tags" Target="../tags/tag164.xml"/><Relationship Id="rId4" Type="http://schemas.openxmlformats.org/officeDocument/2006/relationships/tags" Target="../tags/tag163.xml"/><Relationship Id="rId3" Type="http://schemas.openxmlformats.org/officeDocument/2006/relationships/tags" Target="../tags/tag162.xml"/><Relationship Id="rId2" Type="http://schemas.openxmlformats.org/officeDocument/2006/relationships/tags" Target="../tags/tag161.xml"/><Relationship Id="rId14" Type="http://schemas.openxmlformats.org/officeDocument/2006/relationships/tags" Target="../tags/tag173.xml"/><Relationship Id="rId13" Type="http://schemas.openxmlformats.org/officeDocument/2006/relationships/tags" Target="../tags/tag172.xml"/><Relationship Id="rId12" Type="http://schemas.openxmlformats.org/officeDocument/2006/relationships/tags" Target="../tags/tag171.xml"/><Relationship Id="rId11" Type="http://schemas.openxmlformats.org/officeDocument/2006/relationships/tags" Target="../tags/tag170.xml"/><Relationship Id="rId10" Type="http://schemas.openxmlformats.org/officeDocument/2006/relationships/tags" Target="../tags/tag169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6" Type="http://schemas.openxmlformats.org/officeDocument/2006/relationships/tags" Target="../tags/tag178.xml"/><Relationship Id="rId5" Type="http://schemas.openxmlformats.org/officeDocument/2006/relationships/tags" Target="../tags/tag177.xml"/><Relationship Id="rId4" Type="http://schemas.openxmlformats.org/officeDocument/2006/relationships/tags" Target="../tags/tag176.xml"/><Relationship Id="rId3" Type="http://schemas.openxmlformats.org/officeDocument/2006/relationships/tags" Target="../tags/tag175.xml"/><Relationship Id="rId2" Type="http://schemas.openxmlformats.org/officeDocument/2006/relationships/tags" Target="../tags/tag17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186.xml"/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5" Type="http://schemas.openxmlformats.org/officeDocument/2006/relationships/tags" Target="../tags/tag192.xml"/><Relationship Id="rId14" Type="http://schemas.openxmlformats.org/officeDocument/2006/relationships/tags" Target="../tags/tag191.xml"/><Relationship Id="rId13" Type="http://schemas.openxmlformats.org/officeDocument/2006/relationships/tags" Target="../tags/tag190.xml"/><Relationship Id="rId12" Type="http://schemas.openxmlformats.org/officeDocument/2006/relationships/tags" Target="../tags/tag189.xml"/><Relationship Id="rId11" Type="http://schemas.openxmlformats.org/officeDocument/2006/relationships/tags" Target="../tags/tag188.xml"/><Relationship Id="rId10" Type="http://schemas.openxmlformats.org/officeDocument/2006/relationships/tags" Target="../tags/tag187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7" Type="http://schemas.openxmlformats.org/officeDocument/2006/relationships/tags" Target="../tags/tag198.xml"/><Relationship Id="rId6" Type="http://schemas.openxmlformats.org/officeDocument/2006/relationships/tags" Target="../tags/tag197.xml"/><Relationship Id="rId5" Type="http://schemas.openxmlformats.org/officeDocument/2006/relationships/tags" Target="../tags/tag196.xml"/><Relationship Id="rId4" Type="http://schemas.openxmlformats.org/officeDocument/2006/relationships/tags" Target="../tags/tag195.xml"/><Relationship Id="rId3" Type="http://schemas.openxmlformats.org/officeDocument/2006/relationships/tags" Target="../tags/tag194.xml"/><Relationship Id="rId2" Type="http://schemas.openxmlformats.org/officeDocument/2006/relationships/tags" Target="../tags/tag193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06.xml"/><Relationship Id="rId8" Type="http://schemas.openxmlformats.org/officeDocument/2006/relationships/tags" Target="../tags/tag205.xml"/><Relationship Id="rId7" Type="http://schemas.openxmlformats.org/officeDocument/2006/relationships/tags" Target="../tags/tag204.xml"/><Relationship Id="rId6" Type="http://schemas.openxmlformats.org/officeDocument/2006/relationships/tags" Target="../tags/tag203.xml"/><Relationship Id="rId5" Type="http://schemas.openxmlformats.org/officeDocument/2006/relationships/tags" Target="../tags/tag202.xml"/><Relationship Id="rId4" Type="http://schemas.openxmlformats.org/officeDocument/2006/relationships/tags" Target="../tags/tag201.xml"/><Relationship Id="rId3" Type="http://schemas.openxmlformats.org/officeDocument/2006/relationships/tags" Target="../tags/tag200.xml"/><Relationship Id="rId2" Type="http://schemas.openxmlformats.org/officeDocument/2006/relationships/tags" Target="../tags/tag199.xml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8" Type="http://schemas.openxmlformats.org/officeDocument/2006/relationships/tags" Target="../tags/tag213.xml"/><Relationship Id="rId7" Type="http://schemas.openxmlformats.org/officeDocument/2006/relationships/tags" Target="../tags/tag212.xml"/><Relationship Id="rId6" Type="http://schemas.openxmlformats.org/officeDocument/2006/relationships/tags" Target="../tags/tag211.xml"/><Relationship Id="rId5" Type="http://schemas.openxmlformats.org/officeDocument/2006/relationships/tags" Target="../tags/tag210.xml"/><Relationship Id="rId4" Type="http://schemas.openxmlformats.org/officeDocument/2006/relationships/tags" Target="../tags/tag209.xml"/><Relationship Id="rId3" Type="http://schemas.openxmlformats.org/officeDocument/2006/relationships/tags" Target="../tags/tag208.xml"/><Relationship Id="rId2" Type="http://schemas.openxmlformats.org/officeDocument/2006/relationships/tags" Target="../tags/tag207.xml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6" Type="http://schemas.openxmlformats.org/officeDocument/2006/relationships/tags" Target="../tags/tag227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5" Type="http://schemas.openxmlformats.org/officeDocument/2006/relationships/tags" Target="../tags/tag231.xml"/><Relationship Id="rId4" Type="http://schemas.openxmlformats.org/officeDocument/2006/relationships/tags" Target="../tags/tag230.xml"/><Relationship Id="rId3" Type="http://schemas.openxmlformats.org/officeDocument/2006/relationships/tags" Target="../tags/tag229.xml"/><Relationship Id="rId2" Type="http://schemas.openxmlformats.org/officeDocument/2006/relationships/tags" Target="../tags/tag228.xml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" Type="http://schemas.openxmlformats.org/officeDocument/2006/relationships/tags" Target="../tags/tag238.xml"/><Relationship Id="rId7" Type="http://schemas.openxmlformats.org/officeDocument/2006/relationships/tags" Target="../tags/tag237.xml"/><Relationship Id="rId6" Type="http://schemas.openxmlformats.org/officeDocument/2006/relationships/tags" Target="../tags/tag236.xml"/><Relationship Id="rId5" Type="http://schemas.openxmlformats.org/officeDocument/2006/relationships/tags" Target="../tags/tag235.xml"/><Relationship Id="rId4" Type="http://schemas.openxmlformats.org/officeDocument/2006/relationships/tags" Target="../tags/tag234.xml"/><Relationship Id="rId3" Type="http://schemas.openxmlformats.org/officeDocument/2006/relationships/tags" Target="../tags/tag233.xml"/><Relationship Id="rId2" Type="http://schemas.openxmlformats.org/officeDocument/2006/relationships/tags" Target="../tags/tag23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8" Type="http://schemas.openxmlformats.org/officeDocument/2006/relationships/tags" Target="../tags/tag248.xml"/><Relationship Id="rId7" Type="http://schemas.openxmlformats.org/officeDocument/2006/relationships/tags" Target="../tags/tag247.xml"/><Relationship Id="rId6" Type="http://schemas.openxmlformats.org/officeDocument/2006/relationships/tags" Target="../tags/tag246.xml"/><Relationship Id="rId5" Type="http://schemas.openxmlformats.org/officeDocument/2006/relationships/tags" Target="../tags/tag245.xml"/><Relationship Id="rId4" Type="http://schemas.openxmlformats.org/officeDocument/2006/relationships/tags" Target="../tags/tag244.xml"/><Relationship Id="rId3" Type="http://schemas.openxmlformats.org/officeDocument/2006/relationships/tags" Target="../tags/tag243.xml"/><Relationship Id="rId2" Type="http://schemas.openxmlformats.org/officeDocument/2006/relationships/tags" Target="../tags/tag242.xml"/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9" Type="http://schemas.openxmlformats.org/officeDocument/2006/relationships/tags" Target="../tags/tag256.xml"/><Relationship Id="rId8" Type="http://schemas.openxmlformats.org/officeDocument/2006/relationships/tags" Target="../tags/tag255.xml"/><Relationship Id="rId7" Type="http://schemas.openxmlformats.org/officeDocument/2006/relationships/tags" Target="../tags/tag254.xml"/><Relationship Id="rId6" Type="http://schemas.openxmlformats.org/officeDocument/2006/relationships/tags" Target="../tags/tag253.xml"/><Relationship Id="rId5" Type="http://schemas.openxmlformats.org/officeDocument/2006/relationships/tags" Target="../tags/tag252.xml"/><Relationship Id="rId4" Type="http://schemas.openxmlformats.org/officeDocument/2006/relationships/tags" Target="../tags/tag251.xml"/><Relationship Id="rId3" Type="http://schemas.openxmlformats.org/officeDocument/2006/relationships/tags" Target="../tags/tag250.xml"/><Relationship Id="rId2" Type="http://schemas.openxmlformats.org/officeDocument/2006/relationships/tags" Target="../tags/tag249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9" Type="http://schemas.openxmlformats.org/officeDocument/2006/relationships/tags" Target="../tags/tag268.xml"/><Relationship Id="rId8" Type="http://schemas.openxmlformats.org/officeDocument/2006/relationships/tags" Target="../tags/tag267.xml"/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1" Type="http://schemas.openxmlformats.org/officeDocument/2006/relationships/tags" Target="../tags/tag270.xml"/><Relationship Id="rId10" Type="http://schemas.openxmlformats.org/officeDocument/2006/relationships/tags" Target="../tags/tag269.xml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78.xml"/><Relationship Id="rId8" Type="http://schemas.openxmlformats.org/officeDocument/2006/relationships/tags" Target="../tags/tag277.xml"/><Relationship Id="rId7" Type="http://schemas.openxmlformats.org/officeDocument/2006/relationships/tags" Target="../tags/tag276.xml"/><Relationship Id="rId6" Type="http://schemas.openxmlformats.org/officeDocument/2006/relationships/tags" Target="../tags/tag275.xml"/><Relationship Id="rId5" Type="http://schemas.openxmlformats.org/officeDocument/2006/relationships/tags" Target="../tags/tag274.xml"/><Relationship Id="rId4" Type="http://schemas.openxmlformats.org/officeDocument/2006/relationships/tags" Target="../tags/tag273.xml"/><Relationship Id="rId3" Type="http://schemas.openxmlformats.org/officeDocument/2006/relationships/tags" Target="../tags/tag272.xml"/><Relationship Id="rId2" Type="http://schemas.openxmlformats.org/officeDocument/2006/relationships/tags" Target="../tags/tag271.xml"/><Relationship Id="rId11" Type="http://schemas.openxmlformats.org/officeDocument/2006/relationships/tags" Target="../tags/tag280.xml"/><Relationship Id="rId10" Type="http://schemas.openxmlformats.org/officeDocument/2006/relationships/tags" Target="../tags/tag279.xml"/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tags" Target="../tags/tag288.xml"/><Relationship Id="rId8" Type="http://schemas.openxmlformats.org/officeDocument/2006/relationships/tags" Target="../tags/tag287.xml"/><Relationship Id="rId7" Type="http://schemas.openxmlformats.org/officeDocument/2006/relationships/tags" Target="../tags/tag286.xml"/><Relationship Id="rId6" Type="http://schemas.openxmlformats.org/officeDocument/2006/relationships/tags" Target="../tags/tag285.xml"/><Relationship Id="rId5" Type="http://schemas.openxmlformats.org/officeDocument/2006/relationships/tags" Target="../tags/tag284.xml"/><Relationship Id="rId4" Type="http://schemas.openxmlformats.org/officeDocument/2006/relationships/tags" Target="../tags/tag283.xml"/><Relationship Id="rId3" Type="http://schemas.openxmlformats.org/officeDocument/2006/relationships/tags" Target="../tags/tag282.xml"/><Relationship Id="rId2" Type="http://schemas.openxmlformats.org/officeDocument/2006/relationships/tags" Target="../tags/tag281.xml"/><Relationship Id="rId11" Type="http://schemas.openxmlformats.org/officeDocument/2006/relationships/tags" Target="../tags/tag290.xml"/><Relationship Id="rId10" Type="http://schemas.openxmlformats.org/officeDocument/2006/relationships/tags" Target="../tags/tag289.xml"/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298.xml"/><Relationship Id="rId8" Type="http://schemas.openxmlformats.org/officeDocument/2006/relationships/tags" Target="../tags/tag297.xml"/><Relationship Id="rId7" Type="http://schemas.openxmlformats.org/officeDocument/2006/relationships/tags" Target="../tags/tag296.xml"/><Relationship Id="rId6" Type="http://schemas.openxmlformats.org/officeDocument/2006/relationships/tags" Target="../tags/tag295.xml"/><Relationship Id="rId5" Type="http://schemas.openxmlformats.org/officeDocument/2006/relationships/tags" Target="../tags/tag294.xml"/><Relationship Id="rId4" Type="http://schemas.openxmlformats.org/officeDocument/2006/relationships/tags" Target="../tags/tag293.xml"/><Relationship Id="rId3" Type="http://schemas.openxmlformats.org/officeDocument/2006/relationships/tags" Target="../tags/tag292.xml"/><Relationship Id="rId2" Type="http://schemas.openxmlformats.org/officeDocument/2006/relationships/tags" Target="../tags/tag291.xml"/><Relationship Id="rId13" Type="http://schemas.openxmlformats.org/officeDocument/2006/relationships/tags" Target="../tags/tag302.xml"/><Relationship Id="rId12" Type="http://schemas.openxmlformats.org/officeDocument/2006/relationships/tags" Target="../tags/tag301.xml"/><Relationship Id="rId11" Type="http://schemas.openxmlformats.org/officeDocument/2006/relationships/tags" Target="../tags/tag300.xml"/><Relationship Id="rId10" Type="http://schemas.openxmlformats.org/officeDocument/2006/relationships/tags" Target="../tags/tag299.xml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10.xml"/><Relationship Id="rId8" Type="http://schemas.openxmlformats.org/officeDocument/2006/relationships/tags" Target="../tags/tag309.xml"/><Relationship Id="rId7" Type="http://schemas.openxmlformats.org/officeDocument/2006/relationships/tags" Target="../tags/tag308.xml"/><Relationship Id="rId6" Type="http://schemas.openxmlformats.org/officeDocument/2006/relationships/tags" Target="../tags/tag307.xml"/><Relationship Id="rId5" Type="http://schemas.openxmlformats.org/officeDocument/2006/relationships/tags" Target="../tags/tag306.xml"/><Relationship Id="rId4" Type="http://schemas.openxmlformats.org/officeDocument/2006/relationships/tags" Target="../tags/tag305.xml"/><Relationship Id="rId3" Type="http://schemas.openxmlformats.org/officeDocument/2006/relationships/tags" Target="../tags/tag304.xml"/><Relationship Id="rId2" Type="http://schemas.openxmlformats.org/officeDocument/2006/relationships/tags" Target="../tags/tag303.xml"/><Relationship Id="rId13" Type="http://schemas.openxmlformats.org/officeDocument/2006/relationships/tags" Target="../tags/tag314.xml"/><Relationship Id="rId12" Type="http://schemas.openxmlformats.org/officeDocument/2006/relationships/tags" Target="../tags/tag313.xml"/><Relationship Id="rId11" Type="http://schemas.openxmlformats.org/officeDocument/2006/relationships/tags" Target="../tags/tag312.xml"/><Relationship Id="rId10" Type="http://schemas.openxmlformats.org/officeDocument/2006/relationships/tags" Target="../tags/tag311.xml"/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9" Type="http://schemas.openxmlformats.org/officeDocument/2006/relationships/tags" Target="../tags/tag328.xml"/><Relationship Id="rId8" Type="http://schemas.openxmlformats.org/officeDocument/2006/relationships/tags" Target="../tags/tag327.xml"/><Relationship Id="rId7" Type="http://schemas.openxmlformats.org/officeDocument/2006/relationships/tags" Target="../tags/tag326.xml"/><Relationship Id="rId6" Type="http://schemas.openxmlformats.org/officeDocument/2006/relationships/tags" Target="../tags/tag325.xml"/><Relationship Id="rId5" Type="http://schemas.openxmlformats.org/officeDocument/2006/relationships/tags" Target="../tags/tag324.xml"/><Relationship Id="rId4" Type="http://schemas.openxmlformats.org/officeDocument/2006/relationships/tags" Target="../tags/tag323.xml"/><Relationship Id="rId3" Type="http://schemas.openxmlformats.org/officeDocument/2006/relationships/tags" Target="../tags/tag322.xml"/><Relationship Id="rId2" Type="http://schemas.openxmlformats.org/officeDocument/2006/relationships/tags" Target="../tags/tag321.xml"/><Relationship Id="rId14" Type="http://schemas.openxmlformats.org/officeDocument/2006/relationships/tags" Target="../tags/tag333.xml"/><Relationship Id="rId13" Type="http://schemas.openxmlformats.org/officeDocument/2006/relationships/tags" Target="../tags/tag332.xml"/><Relationship Id="rId12" Type="http://schemas.openxmlformats.org/officeDocument/2006/relationships/tags" Target="../tags/tag331.xml"/><Relationship Id="rId11" Type="http://schemas.openxmlformats.org/officeDocument/2006/relationships/tags" Target="../tags/tag330.xml"/><Relationship Id="rId10" Type="http://schemas.openxmlformats.org/officeDocument/2006/relationships/tags" Target="../tags/tag329.xml"/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6" Type="http://schemas.openxmlformats.org/officeDocument/2006/relationships/tags" Target="../tags/tag338.xml"/><Relationship Id="rId5" Type="http://schemas.openxmlformats.org/officeDocument/2006/relationships/tags" Target="../tags/tag337.xml"/><Relationship Id="rId4" Type="http://schemas.openxmlformats.org/officeDocument/2006/relationships/tags" Target="../tags/tag336.xml"/><Relationship Id="rId3" Type="http://schemas.openxmlformats.org/officeDocument/2006/relationships/tags" Target="../tags/tag335.xml"/><Relationship Id="rId2" Type="http://schemas.openxmlformats.org/officeDocument/2006/relationships/tags" Target="../tags/tag334.xml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9" Type="http://schemas.openxmlformats.org/officeDocument/2006/relationships/tags" Target="../tags/tag346.xml"/><Relationship Id="rId8" Type="http://schemas.openxmlformats.org/officeDocument/2006/relationships/tags" Target="../tags/tag345.xml"/><Relationship Id="rId7" Type="http://schemas.openxmlformats.org/officeDocument/2006/relationships/tags" Target="../tags/tag344.xml"/><Relationship Id="rId6" Type="http://schemas.openxmlformats.org/officeDocument/2006/relationships/tags" Target="../tags/tag343.xml"/><Relationship Id="rId5" Type="http://schemas.openxmlformats.org/officeDocument/2006/relationships/tags" Target="../tags/tag342.xml"/><Relationship Id="rId4" Type="http://schemas.openxmlformats.org/officeDocument/2006/relationships/tags" Target="../tags/tag341.xml"/><Relationship Id="rId3" Type="http://schemas.openxmlformats.org/officeDocument/2006/relationships/tags" Target="../tags/tag340.xml"/><Relationship Id="rId2" Type="http://schemas.openxmlformats.org/officeDocument/2006/relationships/tags" Target="../tags/tag339.xml"/><Relationship Id="rId15" Type="http://schemas.openxmlformats.org/officeDocument/2006/relationships/tags" Target="../tags/tag352.xml"/><Relationship Id="rId14" Type="http://schemas.openxmlformats.org/officeDocument/2006/relationships/tags" Target="../tags/tag351.xml"/><Relationship Id="rId13" Type="http://schemas.openxmlformats.org/officeDocument/2006/relationships/tags" Target="../tags/tag350.xml"/><Relationship Id="rId12" Type="http://schemas.openxmlformats.org/officeDocument/2006/relationships/tags" Target="../tags/tag349.xml"/><Relationship Id="rId11" Type="http://schemas.openxmlformats.org/officeDocument/2006/relationships/tags" Target="../tags/tag348.xml"/><Relationship Id="rId10" Type="http://schemas.openxmlformats.org/officeDocument/2006/relationships/tags" Target="../tags/tag347.xml"/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7" Type="http://schemas.openxmlformats.org/officeDocument/2006/relationships/tags" Target="../tags/tag358.xml"/><Relationship Id="rId6" Type="http://schemas.openxmlformats.org/officeDocument/2006/relationships/tags" Target="../tags/tag357.xml"/><Relationship Id="rId5" Type="http://schemas.openxmlformats.org/officeDocument/2006/relationships/tags" Target="../tags/tag356.xml"/><Relationship Id="rId4" Type="http://schemas.openxmlformats.org/officeDocument/2006/relationships/tags" Target="../tags/tag355.xml"/><Relationship Id="rId3" Type="http://schemas.openxmlformats.org/officeDocument/2006/relationships/tags" Target="../tags/tag354.xml"/><Relationship Id="rId2" Type="http://schemas.openxmlformats.org/officeDocument/2006/relationships/tags" Target="../tags/tag353.xml"/><Relationship Id="rId1" Type="http://schemas.openxmlformats.org/officeDocument/2006/relationships/slideMaster" Target="../slideMasters/slideMaster4.xml"/></Relationships>
</file>

<file path=ppt/slideLayouts/_rels/slideLayout51.xml.rels><?xml version="1.0" encoding="UTF-8" standalone="yes"?>
<Relationships xmlns="http://schemas.openxmlformats.org/package/2006/relationships"><Relationship Id="rId9" Type="http://schemas.openxmlformats.org/officeDocument/2006/relationships/tags" Target="../tags/tag366.xml"/><Relationship Id="rId8" Type="http://schemas.openxmlformats.org/officeDocument/2006/relationships/tags" Target="../tags/tag365.xml"/><Relationship Id="rId7" Type="http://schemas.openxmlformats.org/officeDocument/2006/relationships/tags" Target="../tags/tag364.xml"/><Relationship Id="rId6" Type="http://schemas.openxmlformats.org/officeDocument/2006/relationships/tags" Target="../tags/tag363.xml"/><Relationship Id="rId5" Type="http://schemas.openxmlformats.org/officeDocument/2006/relationships/tags" Target="../tags/tag362.xml"/><Relationship Id="rId4" Type="http://schemas.openxmlformats.org/officeDocument/2006/relationships/tags" Target="../tags/tag361.xml"/><Relationship Id="rId3" Type="http://schemas.openxmlformats.org/officeDocument/2006/relationships/tags" Target="../tags/tag360.xml"/><Relationship Id="rId2" Type="http://schemas.openxmlformats.org/officeDocument/2006/relationships/tags" Target="../tags/tag359.xml"/><Relationship Id="rId1" Type="http://schemas.openxmlformats.org/officeDocument/2006/relationships/slideMaster" Target="../slideMasters/slideMaster4.xml"/></Relationships>
</file>

<file path=ppt/slideLayouts/_rels/slideLayout52.xml.rels><?xml version="1.0" encoding="UTF-8" standalone="yes"?>
<Relationships xmlns="http://schemas.openxmlformats.org/package/2006/relationships"><Relationship Id="rId8" Type="http://schemas.openxmlformats.org/officeDocument/2006/relationships/tags" Target="../tags/tag373.xml"/><Relationship Id="rId7" Type="http://schemas.openxmlformats.org/officeDocument/2006/relationships/tags" Target="../tags/tag372.xml"/><Relationship Id="rId6" Type="http://schemas.openxmlformats.org/officeDocument/2006/relationships/tags" Target="../tags/tag371.xml"/><Relationship Id="rId5" Type="http://schemas.openxmlformats.org/officeDocument/2006/relationships/tags" Target="../tags/tag370.xml"/><Relationship Id="rId4" Type="http://schemas.openxmlformats.org/officeDocument/2006/relationships/tags" Target="../tags/tag369.xml"/><Relationship Id="rId3" Type="http://schemas.openxmlformats.org/officeDocument/2006/relationships/tags" Target="../tags/tag368.xml"/><Relationship Id="rId2" Type="http://schemas.openxmlformats.org/officeDocument/2006/relationships/tags" Target="../tags/tag367.xml"/><Relationship Id="rId1" Type="http://schemas.openxmlformats.org/officeDocument/2006/relationships/slideMaster" Target="../slideMasters/slideMaster4.xml"/></Relationships>
</file>

<file path=ppt/slideLayouts/_rels/slideLayout53.xml.rels><?xml version="1.0" encoding="UTF-8" standalone="yes"?>
<Relationships xmlns="http://schemas.openxmlformats.org/package/2006/relationships"><Relationship Id="rId4" Type="http://schemas.openxmlformats.org/officeDocument/2006/relationships/tags" Target="../tags/tag376.xml"/><Relationship Id="rId3" Type="http://schemas.openxmlformats.org/officeDocument/2006/relationships/tags" Target="../tags/tag375.xml"/><Relationship Id="rId2" Type="http://schemas.openxmlformats.org/officeDocument/2006/relationships/tags" Target="../tags/tag374.xml"/><Relationship Id="rId1" Type="http://schemas.openxmlformats.org/officeDocument/2006/relationships/slideMaster" Target="../slideMasters/slideMaster4.xml"/></Relationships>
</file>

<file path=ppt/slideLayouts/_rels/slideLayout54.xml.rels><?xml version="1.0" encoding="UTF-8" standalone="yes"?>
<Relationships xmlns="http://schemas.openxmlformats.org/package/2006/relationships"><Relationship Id="rId7" Type="http://schemas.openxmlformats.org/officeDocument/2006/relationships/tags" Target="../tags/tag382.xml"/><Relationship Id="rId6" Type="http://schemas.openxmlformats.org/officeDocument/2006/relationships/tags" Target="../tags/tag381.xml"/><Relationship Id="rId5" Type="http://schemas.openxmlformats.org/officeDocument/2006/relationships/tags" Target="../tags/tag380.xml"/><Relationship Id="rId4" Type="http://schemas.openxmlformats.org/officeDocument/2006/relationships/tags" Target="../tags/tag379.xml"/><Relationship Id="rId3" Type="http://schemas.openxmlformats.org/officeDocument/2006/relationships/tags" Target="../tags/tag378.xml"/><Relationship Id="rId2" Type="http://schemas.openxmlformats.org/officeDocument/2006/relationships/tags" Target="../tags/tag377.xml"/><Relationship Id="rId1" Type="http://schemas.openxmlformats.org/officeDocument/2006/relationships/slideMaster" Target="../slideMasters/slideMaster4.xml"/></Relationships>
</file>

<file path=ppt/slideLayouts/_rels/slideLayout55.xml.rels><?xml version="1.0" encoding="UTF-8" standalone="yes"?>
<Relationships xmlns="http://schemas.openxmlformats.org/package/2006/relationships"><Relationship Id="rId6" Type="http://schemas.openxmlformats.org/officeDocument/2006/relationships/tags" Target="../tags/tag387.xml"/><Relationship Id="rId5" Type="http://schemas.openxmlformats.org/officeDocument/2006/relationships/tags" Target="../tags/tag386.xml"/><Relationship Id="rId4" Type="http://schemas.openxmlformats.org/officeDocument/2006/relationships/tags" Target="../tags/tag385.xml"/><Relationship Id="rId3" Type="http://schemas.openxmlformats.org/officeDocument/2006/relationships/tags" Target="../tags/tag384.xml"/><Relationship Id="rId2" Type="http://schemas.openxmlformats.org/officeDocument/2006/relationships/tags" Target="../tags/tag383.xml"/><Relationship Id="rId1" Type="http://schemas.openxmlformats.org/officeDocument/2006/relationships/slideMaster" Target="../slideMasters/slideMaster4.xml"/></Relationships>
</file>

<file path=ppt/slideLayouts/_rels/slideLayout56.xml.rels><?xml version="1.0" encoding="UTF-8" standalone="yes"?>
<Relationships xmlns="http://schemas.openxmlformats.org/package/2006/relationships"><Relationship Id="rId5" Type="http://schemas.openxmlformats.org/officeDocument/2006/relationships/tags" Target="../tags/tag391.xml"/><Relationship Id="rId4" Type="http://schemas.openxmlformats.org/officeDocument/2006/relationships/tags" Target="../tags/tag390.xml"/><Relationship Id="rId3" Type="http://schemas.openxmlformats.org/officeDocument/2006/relationships/tags" Target="../tags/tag389.xml"/><Relationship Id="rId2" Type="http://schemas.openxmlformats.org/officeDocument/2006/relationships/tags" Target="../tags/tag388.xml"/><Relationship Id="rId1" Type="http://schemas.openxmlformats.org/officeDocument/2006/relationships/slideMaster" Target="../slideMasters/slideMaster4.xml"/></Relationships>
</file>

<file path=ppt/slideLayouts/_rels/slideLayout57.xml.rels><?xml version="1.0" encoding="UTF-8" standalone="yes"?>
<Relationships xmlns="http://schemas.openxmlformats.org/package/2006/relationships"><Relationship Id="rId9" Type="http://schemas.openxmlformats.org/officeDocument/2006/relationships/tags" Target="../tags/tag399.xml"/><Relationship Id="rId8" Type="http://schemas.openxmlformats.org/officeDocument/2006/relationships/tags" Target="../tags/tag398.xml"/><Relationship Id="rId7" Type="http://schemas.openxmlformats.org/officeDocument/2006/relationships/tags" Target="../tags/tag397.xml"/><Relationship Id="rId6" Type="http://schemas.openxmlformats.org/officeDocument/2006/relationships/tags" Target="../tags/tag396.xml"/><Relationship Id="rId5" Type="http://schemas.openxmlformats.org/officeDocument/2006/relationships/tags" Target="../tags/tag395.xml"/><Relationship Id="rId4" Type="http://schemas.openxmlformats.org/officeDocument/2006/relationships/tags" Target="../tags/tag394.xml"/><Relationship Id="rId3" Type="http://schemas.openxmlformats.org/officeDocument/2006/relationships/tags" Target="../tags/tag393.xml"/><Relationship Id="rId2" Type="http://schemas.openxmlformats.org/officeDocument/2006/relationships/tags" Target="../tags/tag392.xml"/><Relationship Id="rId11" Type="http://schemas.openxmlformats.org/officeDocument/2006/relationships/tags" Target="../tags/tag401.xml"/><Relationship Id="rId10" Type="http://schemas.openxmlformats.org/officeDocument/2006/relationships/tags" Target="../tags/tag400.xml"/><Relationship Id="rId1" Type="http://schemas.openxmlformats.org/officeDocument/2006/relationships/slideMaster" Target="../slideMasters/slideMaster4.xml"/></Relationships>
</file>

<file path=ppt/slideLayouts/_rels/slideLayout58.xml.rels><?xml version="1.0" encoding="UTF-8" standalone="yes"?>
<Relationships xmlns="http://schemas.openxmlformats.org/package/2006/relationships"><Relationship Id="rId8" Type="http://schemas.openxmlformats.org/officeDocument/2006/relationships/tags" Target="../tags/tag408.xml"/><Relationship Id="rId7" Type="http://schemas.openxmlformats.org/officeDocument/2006/relationships/tags" Target="../tags/tag407.xml"/><Relationship Id="rId6" Type="http://schemas.openxmlformats.org/officeDocument/2006/relationships/tags" Target="../tags/tag406.xml"/><Relationship Id="rId5" Type="http://schemas.openxmlformats.org/officeDocument/2006/relationships/tags" Target="../tags/tag405.xml"/><Relationship Id="rId4" Type="http://schemas.openxmlformats.org/officeDocument/2006/relationships/tags" Target="../tags/tag404.xml"/><Relationship Id="rId3" Type="http://schemas.openxmlformats.org/officeDocument/2006/relationships/tags" Target="../tags/tag403.xml"/><Relationship Id="rId2" Type="http://schemas.openxmlformats.org/officeDocument/2006/relationships/tags" Target="../tags/tag402.xml"/><Relationship Id="rId1" Type="http://schemas.openxmlformats.org/officeDocument/2006/relationships/slideMaster" Target="../slideMasters/slideMaster4.xml"/></Relationships>
</file>

<file path=ppt/slideLayouts/_rels/slideLayout59.xml.rels><?xml version="1.0" encoding="UTF-8" standalone="yes"?>
<Relationships xmlns="http://schemas.openxmlformats.org/package/2006/relationships"><Relationship Id="rId9" Type="http://schemas.openxmlformats.org/officeDocument/2006/relationships/tags" Target="../tags/tag416.xml"/><Relationship Id="rId8" Type="http://schemas.openxmlformats.org/officeDocument/2006/relationships/tags" Target="../tags/tag415.xml"/><Relationship Id="rId7" Type="http://schemas.openxmlformats.org/officeDocument/2006/relationships/tags" Target="../tags/tag414.xml"/><Relationship Id="rId6" Type="http://schemas.openxmlformats.org/officeDocument/2006/relationships/tags" Target="../tags/tag413.xml"/><Relationship Id="rId5" Type="http://schemas.openxmlformats.org/officeDocument/2006/relationships/tags" Target="../tags/tag412.xml"/><Relationship Id="rId4" Type="http://schemas.openxmlformats.org/officeDocument/2006/relationships/tags" Target="../tags/tag411.xml"/><Relationship Id="rId3" Type="http://schemas.openxmlformats.org/officeDocument/2006/relationships/tags" Target="../tags/tag410.xml"/><Relationship Id="rId2" Type="http://schemas.openxmlformats.org/officeDocument/2006/relationships/tags" Target="../tags/tag409.xml"/><Relationship Id="rId13" Type="http://schemas.openxmlformats.org/officeDocument/2006/relationships/tags" Target="../tags/tag420.xml"/><Relationship Id="rId12" Type="http://schemas.openxmlformats.org/officeDocument/2006/relationships/tags" Target="../tags/tag419.xml"/><Relationship Id="rId11" Type="http://schemas.openxmlformats.org/officeDocument/2006/relationships/tags" Target="../tags/tag418.xml"/><Relationship Id="rId10" Type="http://schemas.openxmlformats.org/officeDocument/2006/relationships/tags" Target="../tags/tag417.xml"/><Relationship Id="rId1" Type="http://schemas.openxmlformats.org/officeDocument/2006/relationships/slideMaster" Target="../slideMasters/slideMaster4.xml"/></Relationships>
</file>

<file path=ppt/slideLayouts/_rels/slideLayout60.xml.rels><?xml version="1.0" encoding="UTF-8" standalone="yes"?>
<Relationships xmlns="http://schemas.openxmlformats.org/package/2006/relationships"><Relationship Id="rId9" Type="http://schemas.openxmlformats.org/officeDocument/2006/relationships/tags" Target="../tags/tag428.xml"/><Relationship Id="rId8" Type="http://schemas.openxmlformats.org/officeDocument/2006/relationships/tags" Target="../tags/tag427.xml"/><Relationship Id="rId7" Type="http://schemas.openxmlformats.org/officeDocument/2006/relationships/tags" Target="../tags/tag426.xml"/><Relationship Id="rId6" Type="http://schemas.openxmlformats.org/officeDocument/2006/relationships/tags" Target="../tags/tag425.xml"/><Relationship Id="rId5" Type="http://schemas.openxmlformats.org/officeDocument/2006/relationships/tags" Target="../tags/tag424.xml"/><Relationship Id="rId4" Type="http://schemas.openxmlformats.org/officeDocument/2006/relationships/tags" Target="../tags/tag423.xml"/><Relationship Id="rId3" Type="http://schemas.openxmlformats.org/officeDocument/2006/relationships/tags" Target="../tags/tag422.xml"/><Relationship Id="rId2" Type="http://schemas.openxmlformats.org/officeDocument/2006/relationships/tags" Target="../tags/tag421.xml"/><Relationship Id="rId11" Type="http://schemas.openxmlformats.org/officeDocument/2006/relationships/tags" Target="../tags/tag430.xml"/><Relationship Id="rId10" Type="http://schemas.openxmlformats.org/officeDocument/2006/relationships/tags" Target="../tags/tag429.xml"/><Relationship Id="rId1" Type="http://schemas.openxmlformats.org/officeDocument/2006/relationships/slideMaster" Target="../slideMasters/slideMaster4.xml"/></Relationships>
</file>

<file path=ppt/slideLayouts/_rels/slideLayout61.xml.rels><?xml version="1.0" encoding="UTF-8" standalone="yes"?>
<Relationships xmlns="http://schemas.openxmlformats.org/package/2006/relationships"><Relationship Id="rId9" Type="http://schemas.openxmlformats.org/officeDocument/2006/relationships/tags" Target="../tags/tag438.xml"/><Relationship Id="rId8" Type="http://schemas.openxmlformats.org/officeDocument/2006/relationships/tags" Target="../tags/tag437.xml"/><Relationship Id="rId7" Type="http://schemas.openxmlformats.org/officeDocument/2006/relationships/tags" Target="../tags/tag436.xml"/><Relationship Id="rId6" Type="http://schemas.openxmlformats.org/officeDocument/2006/relationships/tags" Target="../tags/tag435.xml"/><Relationship Id="rId5" Type="http://schemas.openxmlformats.org/officeDocument/2006/relationships/tags" Target="../tags/tag434.xml"/><Relationship Id="rId4" Type="http://schemas.openxmlformats.org/officeDocument/2006/relationships/tags" Target="../tags/tag433.xml"/><Relationship Id="rId3" Type="http://schemas.openxmlformats.org/officeDocument/2006/relationships/tags" Target="../tags/tag432.xml"/><Relationship Id="rId2" Type="http://schemas.openxmlformats.org/officeDocument/2006/relationships/tags" Target="../tags/tag431.xml"/><Relationship Id="rId11" Type="http://schemas.openxmlformats.org/officeDocument/2006/relationships/tags" Target="../tags/tag440.xml"/><Relationship Id="rId10" Type="http://schemas.openxmlformats.org/officeDocument/2006/relationships/tags" Target="../tags/tag439.xml"/><Relationship Id="rId1" Type="http://schemas.openxmlformats.org/officeDocument/2006/relationships/slideMaster" Target="../slideMasters/slideMaster4.xml"/></Relationships>
</file>

<file path=ppt/slideLayouts/_rels/slideLayout62.xml.rels><?xml version="1.0" encoding="UTF-8" standalone="yes"?>
<Relationships xmlns="http://schemas.openxmlformats.org/package/2006/relationships"><Relationship Id="rId9" Type="http://schemas.openxmlformats.org/officeDocument/2006/relationships/tags" Target="../tags/tag448.xml"/><Relationship Id="rId8" Type="http://schemas.openxmlformats.org/officeDocument/2006/relationships/tags" Target="../tags/tag447.xml"/><Relationship Id="rId7" Type="http://schemas.openxmlformats.org/officeDocument/2006/relationships/tags" Target="../tags/tag446.xml"/><Relationship Id="rId6" Type="http://schemas.openxmlformats.org/officeDocument/2006/relationships/tags" Target="../tags/tag445.xml"/><Relationship Id="rId5" Type="http://schemas.openxmlformats.org/officeDocument/2006/relationships/tags" Target="../tags/tag444.xml"/><Relationship Id="rId4" Type="http://schemas.openxmlformats.org/officeDocument/2006/relationships/tags" Target="../tags/tag443.xml"/><Relationship Id="rId3" Type="http://schemas.openxmlformats.org/officeDocument/2006/relationships/tags" Target="../tags/tag442.xml"/><Relationship Id="rId2" Type="http://schemas.openxmlformats.org/officeDocument/2006/relationships/tags" Target="../tags/tag441.xml"/><Relationship Id="rId11" Type="http://schemas.openxmlformats.org/officeDocument/2006/relationships/tags" Target="../tags/tag450.xml"/><Relationship Id="rId10" Type="http://schemas.openxmlformats.org/officeDocument/2006/relationships/tags" Target="../tags/tag449.xml"/><Relationship Id="rId1" Type="http://schemas.openxmlformats.org/officeDocument/2006/relationships/slideMaster" Target="../slideMasters/slideMaster4.xml"/></Relationships>
</file>

<file path=ppt/slideLayouts/_rels/slideLayout63.xml.rels><?xml version="1.0" encoding="UTF-8" standalone="yes"?>
<Relationships xmlns="http://schemas.openxmlformats.org/package/2006/relationships"><Relationship Id="rId9" Type="http://schemas.openxmlformats.org/officeDocument/2006/relationships/tags" Target="../tags/tag458.xml"/><Relationship Id="rId8" Type="http://schemas.openxmlformats.org/officeDocument/2006/relationships/tags" Target="../tags/tag457.xml"/><Relationship Id="rId7" Type="http://schemas.openxmlformats.org/officeDocument/2006/relationships/tags" Target="../tags/tag456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3" Type="http://schemas.openxmlformats.org/officeDocument/2006/relationships/tags" Target="../tags/tag462.xml"/><Relationship Id="rId12" Type="http://schemas.openxmlformats.org/officeDocument/2006/relationships/tags" Target="../tags/tag461.xml"/><Relationship Id="rId11" Type="http://schemas.openxmlformats.org/officeDocument/2006/relationships/tags" Target="../tags/tag460.xml"/><Relationship Id="rId10" Type="http://schemas.openxmlformats.org/officeDocument/2006/relationships/tags" Target="../tags/tag459.xml"/><Relationship Id="rId1" Type="http://schemas.openxmlformats.org/officeDocument/2006/relationships/slideMaster" Target="../slideMasters/slideMaster4.xml"/></Relationships>
</file>

<file path=ppt/slideLayouts/_rels/slideLayout64.xml.rels><?xml version="1.0" encoding="UTF-8" standalone="yes"?>
<Relationships xmlns="http://schemas.openxmlformats.org/package/2006/relationships"><Relationship Id="rId9" Type="http://schemas.openxmlformats.org/officeDocument/2006/relationships/tags" Target="../tags/tag470.xml"/><Relationship Id="rId8" Type="http://schemas.openxmlformats.org/officeDocument/2006/relationships/tags" Target="../tags/tag469.xml"/><Relationship Id="rId7" Type="http://schemas.openxmlformats.org/officeDocument/2006/relationships/tags" Target="../tags/tag468.xml"/><Relationship Id="rId6" Type="http://schemas.openxmlformats.org/officeDocument/2006/relationships/tags" Target="../tags/tag467.xml"/><Relationship Id="rId5" Type="http://schemas.openxmlformats.org/officeDocument/2006/relationships/tags" Target="../tags/tag466.xml"/><Relationship Id="rId4" Type="http://schemas.openxmlformats.org/officeDocument/2006/relationships/tags" Target="../tags/tag465.xml"/><Relationship Id="rId3" Type="http://schemas.openxmlformats.org/officeDocument/2006/relationships/tags" Target="../tags/tag464.xml"/><Relationship Id="rId2" Type="http://schemas.openxmlformats.org/officeDocument/2006/relationships/tags" Target="../tags/tag463.xml"/><Relationship Id="rId13" Type="http://schemas.openxmlformats.org/officeDocument/2006/relationships/tags" Target="../tags/tag474.xml"/><Relationship Id="rId12" Type="http://schemas.openxmlformats.org/officeDocument/2006/relationships/tags" Target="../tags/tag473.xml"/><Relationship Id="rId11" Type="http://schemas.openxmlformats.org/officeDocument/2006/relationships/tags" Target="../tags/tag472.xml"/><Relationship Id="rId10" Type="http://schemas.openxmlformats.org/officeDocument/2006/relationships/tags" Target="../tags/tag471.xml"/><Relationship Id="rId1" Type="http://schemas.openxmlformats.org/officeDocument/2006/relationships/slideMaster" Target="../slideMasters/slideMaster4.xml"/></Relationships>
</file>

<file path=ppt/slideLayouts/_rels/slideLayout65.xml.rels><?xml version="1.0" encoding="UTF-8" standalone="yes"?>
<Relationships xmlns="http://schemas.openxmlformats.org/package/2006/relationships"><Relationship Id="rId9" Type="http://schemas.openxmlformats.org/officeDocument/2006/relationships/tags" Target="../tags/tag488.xml"/><Relationship Id="rId8" Type="http://schemas.openxmlformats.org/officeDocument/2006/relationships/tags" Target="../tags/tag487.xml"/><Relationship Id="rId7" Type="http://schemas.openxmlformats.org/officeDocument/2006/relationships/tags" Target="../tags/tag486.xml"/><Relationship Id="rId6" Type="http://schemas.openxmlformats.org/officeDocument/2006/relationships/tags" Target="../tags/tag485.xml"/><Relationship Id="rId5" Type="http://schemas.openxmlformats.org/officeDocument/2006/relationships/tags" Target="../tags/tag484.xml"/><Relationship Id="rId4" Type="http://schemas.openxmlformats.org/officeDocument/2006/relationships/tags" Target="../tags/tag483.xml"/><Relationship Id="rId3" Type="http://schemas.openxmlformats.org/officeDocument/2006/relationships/tags" Target="../tags/tag482.xml"/><Relationship Id="rId2" Type="http://schemas.openxmlformats.org/officeDocument/2006/relationships/tags" Target="../tags/tag481.xml"/><Relationship Id="rId14" Type="http://schemas.openxmlformats.org/officeDocument/2006/relationships/tags" Target="../tags/tag493.xml"/><Relationship Id="rId13" Type="http://schemas.openxmlformats.org/officeDocument/2006/relationships/tags" Target="../tags/tag492.xml"/><Relationship Id="rId12" Type="http://schemas.openxmlformats.org/officeDocument/2006/relationships/tags" Target="../tags/tag491.xml"/><Relationship Id="rId11" Type="http://schemas.openxmlformats.org/officeDocument/2006/relationships/tags" Target="../tags/tag490.xml"/><Relationship Id="rId10" Type="http://schemas.openxmlformats.org/officeDocument/2006/relationships/tags" Target="../tags/tag489.xml"/><Relationship Id="rId1" Type="http://schemas.openxmlformats.org/officeDocument/2006/relationships/slideMaster" Target="../slideMasters/slideMaster5.xml"/></Relationships>
</file>

<file path=ppt/slideLayouts/_rels/slideLayout66.xml.rels><?xml version="1.0" encoding="UTF-8" standalone="yes"?>
<Relationships xmlns="http://schemas.openxmlformats.org/package/2006/relationships"><Relationship Id="rId6" Type="http://schemas.openxmlformats.org/officeDocument/2006/relationships/tags" Target="../tags/tag498.xml"/><Relationship Id="rId5" Type="http://schemas.openxmlformats.org/officeDocument/2006/relationships/tags" Target="../tags/tag497.xml"/><Relationship Id="rId4" Type="http://schemas.openxmlformats.org/officeDocument/2006/relationships/tags" Target="../tags/tag496.xml"/><Relationship Id="rId3" Type="http://schemas.openxmlformats.org/officeDocument/2006/relationships/tags" Target="../tags/tag495.xml"/><Relationship Id="rId2" Type="http://schemas.openxmlformats.org/officeDocument/2006/relationships/tags" Target="../tags/tag494.xml"/><Relationship Id="rId1" Type="http://schemas.openxmlformats.org/officeDocument/2006/relationships/slideMaster" Target="../slideMasters/slideMaster5.xml"/></Relationships>
</file>

<file path=ppt/slideLayouts/_rels/slideLayout67.xml.rels><?xml version="1.0" encoding="UTF-8" standalone="yes"?>
<Relationships xmlns="http://schemas.openxmlformats.org/package/2006/relationships"><Relationship Id="rId9" Type="http://schemas.openxmlformats.org/officeDocument/2006/relationships/tags" Target="../tags/tag506.xml"/><Relationship Id="rId8" Type="http://schemas.openxmlformats.org/officeDocument/2006/relationships/tags" Target="../tags/tag505.xml"/><Relationship Id="rId7" Type="http://schemas.openxmlformats.org/officeDocument/2006/relationships/tags" Target="../tags/tag504.xml"/><Relationship Id="rId6" Type="http://schemas.openxmlformats.org/officeDocument/2006/relationships/tags" Target="../tags/tag503.xml"/><Relationship Id="rId5" Type="http://schemas.openxmlformats.org/officeDocument/2006/relationships/tags" Target="../tags/tag502.xml"/><Relationship Id="rId4" Type="http://schemas.openxmlformats.org/officeDocument/2006/relationships/tags" Target="../tags/tag501.xml"/><Relationship Id="rId3" Type="http://schemas.openxmlformats.org/officeDocument/2006/relationships/tags" Target="../tags/tag500.xml"/><Relationship Id="rId2" Type="http://schemas.openxmlformats.org/officeDocument/2006/relationships/tags" Target="../tags/tag499.xml"/><Relationship Id="rId15" Type="http://schemas.openxmlformats.org/officeDocument/2006/relationships/tags" Target="../tags/tag512.xml"/><Relationship Id="rId14" Type="http://schemas.openxmlformats.org/officeDocument/2006/relationships/tags" Target="../tags/tag511.xml"/><Relationship Id="rId13" Type="http://schemas.openxmlformats.org/officeDocument/2006/relationships/tags" Target="../tags/tag510.xml"/><Relationship Id="rId12" Type="http://schemas.openxmlformats.org/officeDocument/2006/relationships/tags" Target="../tags/tag509.xml"/><Relationship Id="rId11" Type="http://schemas.openxmlformats.org/officeDocument/2006/relationships/tags" Target="../tags/tag508.xml"/><Relationship Id="rId10" Type="http://schemas.openxmlformats.org/officeDocument/2006/relationships/tags" Target="../tags/tag507.xml"/><Relationship Id="rId1" Type="http://schemas.openxmlformats.org/officeDocument/2006/relationships/slideMaster" Target="../slideMasters/slideMaster5.xml"/></Relationships>
</file>

<file path=ppt/slideLayouts/_rels/slideLayout68.xml.rels><?xml version="1.0" encoding="UTF-8" standalone="yes"?>
<Relationships xmlns="http://schemas.openxmlformats.org/package/2006/relationships"><Relationship Id="rId7" Type="http://schemas.openxmlformats.org/officeDocument/2006/relationships/tags" Target="../tags/tag518.xml"/><Relationship Id="rId6" Type="http://schemas.openxmlformats.org/officeDocument/2006/relationships/tags" Target="../tags/tag517.xml"/><Relationship Id="rId5" Type="http://schemas.openxmlformats.org/officeDocument/2006/relationships/tags" Target="../tags/tag516.xml"/><Relationship Id="rId4" Type="http://schemas.openxmlformats.org/officeDocument/2006/relationships/tags" Target="../tags/tag515.xml"/><Relationship Id="rId3" Type="http://schemas.openxmlformats.org/officeDocument/2006/relationships/tags" Target="../tags/tag514.xml"/><Relationship Id="rId2" Type="http://schemas.openxmlformats.org/officeDocument/2006/relationships/tags" Target="../tags/tag513.xml"/><Relationship Id="rId1" Type="http://schemas.openxmlformats.org/officeDocument/2006/relationships/slideMaster" Target="../slideMasters/slideMaster5.xml"/></Relationships>
</file>

<file path=ppt/slideLayouts/_rels/slideLayout69.xml.rels><?xml version="1.0" encoding="UTF-8" standalone="yes"?>
<Relationships xmlns="http://schemas.openxmlformats.org/package/2006/relationships"><Relationship Id="rId9" Type="http://schemas.openxmlformats.org/officeDocument/2006/relationships/tags" Target="../tags/tag526.xml"/><Relationship Id="rId8" Type="http://schemas.openxmlformats.org/officeDocument/2006/relationships/tags" Target="../tags/tag525.xml"/><Relationship Id="rId7" Type="http://schemas.openxmlformats.org/officeDocument/2006/relationships/tags" Target="../tags/tag524.xml"/><Relationship Id="rId6" Type="http://schemas.openxmlformats.org/officeDocument/2006/relationships/tags" Target="../tags/tag523.xml"/><Relationship Id="rId5" Type="http://schemas.openxmlformats.org/officeDocument/2006/relationships/tags" Target="../tags/tag522.xml"/><Relationship Id="rId4" Type="http://schemas.openxmlformats.org/officeDocument/2006/relationships/tags" Target="../tags/tag521.xml"/><Relationship Id="rId3" Type="http://schemas.openxmlformats.org/officeDocument/2006/relationships/tags" Target="../tags/tag520.xml"/><Relationship Id="rId2" Type="http://schemas.openxmlformats.org/officeDocument/2006/relationships/tags" Target="../tags/tag519.xml"/><Relationship Id="rId1" Type="http://schemas.openxmlformats.org/officeDocument/2006/relationships/slideMaster" Target="../slideMasters/slideMaster5.xml"/></Relationships>
</file>

<file path=ppt/slideLayouts/_rels/slideLayout70.xml.rels><?xml version="1.0" encoding="UTF-8" standalone="yes"?>
<Relationships xmlns="http://schemas.openxmlformats.org/package/2006/relationships"><Relationship Id="rId8" Type="http://schemas.openxmlformats.org/officeDocument/2006/relationships/tags" Target="../tags/tag533.xml"/><Relationship Id="rId7" Type="http://schemas.openxmlformats.org/officeDocument/2006/relationships/tags" Target="../tags/tag532.xml"/><Relationship Id="rId6" Type="http://schemas.openxmlformats.org/officeDocument/2006/relationships/tags" Target="../tags/tag531.xml"/><Relationship Id="rId5" Type="http://schemas.openxmlformats.org/officeDocument/2006/relationships/tags" Target="../tags/tag530.xml"/><Relationship Id="rId4" Type="http://schemas.openxmlformats.org/officeDocument/2006/relationships/tags" Target="../tags/tag529.xml"/><Relationship Id="rId3" Type="http://schemas.openxmlformats.org/officeDocument/2006/relationships/tags" Target="../tags/tag528.xml"/><Relationship Id="rId2" Type="http://schemas.openxmlformats.org/officeDocument/2006/relationships/tags" Target="../tags/tag527.xml"/><Relationship Id="rId1" Type="http://schemas.openxmlformats.org/officeDocument/2006/relationships/slideMaster" Target="../slideMasters/slideMaster5.xml"/></Relationships>
</file>

<file path=ppt/slideLayouts/_rels/slideLayout71.xml.rels><?xml version="1.0" encoding="UTF-8" standalone="yes"?>
<Relationships xmlns="http://schemas.openxmlformats.org/package/2006/relationships"><Relationship Id="rId4" Type="http://schemas.openxmlformats.org/officeDocument/2006/relationships/tags" Target="../tags/tag536.xml"/><Relationship Id="rId3" Type="http://schemas.openxmlformats.org/officeDocument/2006/relationships/tags" Target="../tags/tag535.xml"/><Relationship Id="rId2" Type="http://schemas.openxmlformats.org/officeDocument/2006/relationships/tags" Target="../tags/tag534.xml"/><Relationship Id="rId1" Type="http://schemas.openxmlformats.org/officeDocument/2006/relationships/slideMaster" Target="../slideMasters/slideMaster5.xml"/></Relationships>
</file>

<file path=ppt/slideLayouts/_rels/slideLayout72.xml.rels><?xml version="1.0" encoding="UTF-8" standalone="yes"?>
<Relationships xmlns="http://schemas.openxmlformats.org/package/2006/relationships"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" Type="http://schemas.openxmlformats.org/officeDocument/2006/relationships/tags" Target="../tags/tag539.xml"/><Relationship Id="rId3" Type="http://schemas.openxmlformats.org/officeDocument/2006/relationships/tags" Target="../tags/tag538.xml"/><Relationship Id="rId2" Type="http://schemas.openxmlformats.org/officeDocument/2006/relationships/tags" Target="../tags/tag537.xml"/><Relationship Id="rId1" Type="http://schemas.openxmlformats.org/officeDocument/2006/relationships/slideMaster" Target="../slideMasters/slideMaster5.xml"/></Relationships>
</file>

<file path=ppt/slideLayouts/_rels/slideLayout73.xml.rels><?xml version="1.0" encoding="UTF-8" standalone="yes"?>
<Relationships xmlns="http://schemas.openxmlformats.org/package/2006/relationships"><Relationship Id="rId6" Type="http://schemas.openxmlformats.org/officeDocument/2006/relationships/tags" Target="../tags/tag547.xml"/><Relationship Id="rId5" Type="http://schemas.openxmlformats.org/officeDocument/2006/relationships/tags" Target="../tags/tag546.xml"/><Relationship Id="rId4" Type="http://schemas.openxmlformats.org/officeDocument/2006/relationships/tags" Target="../tags/tag545.xml"/><Relationship Id="rId3" Type="http://schemas.openxmlformats.org/officeDocument/2006/relationships/tags" Target="../tags/tag544.xml"/><Relationship Id="rId2" Type="http://schemas.openxmlformats.org/officeDocument/2006/relationships/tags" Target="../tags/tag543.xml"/><Relationship Id="rId1" Type="http://schemas.openxmlformats.org/officeDocument/2006/relationships/slideMaster" Target="../slideMasters/slideMaster5.xml"/></Relationships>
</file>

<file path=ppt/slideLayouts/_rels/slideLayout74.xml.rels><?xml version="1.0" encoding="UTF-8" standalone="yes"?>
<Relationships xmlns="http://schemas.openxmlformats.org/package/2006/relationships"><Relationship Id="rId5" Type="http://schemas.openxmlformats.org/officeDocument/2006/relationships/tags" Target="../tags/tag551.xml"/><Relationship Id="rId4" Type="http://schemas.openxmlformats.org/officeDocument/2006/relationships/tags" Target="../tags/tag550.xml"/><Relationship Id="rId3" Type="http://schemas.openxmlformats.org/officeDocument/2006/relationships/tags" Target="../tags/tag549.xml"/><Relationship Id="rId2" Type="http://schemas.openxmlformats.org/officeDocument/2006/relationships/tags" Target="../tags/tag548.xml"/><Relationship Id="rId1" Type="http://schemas.openxmlformats.org/officeDocument/2006/relationships/slideMaster" Target="../slideMasters/slideMaster5.xml"/></Relationships>
</file>

<file path=ppt/slideLayouts/_rels/slideLayout75.xml.rels><?xml version="1.0" encoding="UTF-8" standalone="yes"?>
<Relationships xmlns="http://schemas.openxmlformats.org/package/2006/relationships"><Relationship Id="rId9" Type="http://schemas.openxmlformats.org/officeDocument/2006/relationships/tags" Target="../tags/tag559.xml"/><Relationship Id="rId8" Type="http://schemas.openxmlformats.org/officeDocument/2006/relationships/tags" Target="../tags/tag558.xml"/><Relationship Id="rId7" Type="http://schemas.openxmlformats.org/officeDocument/2006/relationships/tags" Target="../tags/tag557.xml"/><Relationship Id="rId6" Type="http://schemas.openxmlformats.org/officeDocument/2006/relationships/tags" Target="../tags/tag556.xml"/><Relationship Id="rId5" Type="http://schemas.openxmlformats.org/officeDocument/2006/relationships/tags" Target="../tags/tag555.xml"/><Relationship Id="rId4" Type="http://schemas.openxmlformats.org/officeDocument/2006/relationships/tags" Target="../tags/tag554.xml"/><Relationship Id="rId3" Type="http://schemas.openxmlformats.org/officeDocument/2006/relationships/tags" Target="../tags/tag553.xml"/><Relationship Id="rId2" Type="http://schemas.openxmlformats.org/officeDocument/2006/relationships/tags" Target="../tags/tag552.xml"/><Relationship Id="rId11" Type="http://schemas.openxmlformats.org/officeDocument/2006/relationships/tags" Target="../tags/tag561.xml"/><Relationship Id="rId10" Type="http://schemas.openxmlformats.org/officeDocument/2006/relationships/tags" Target="../tags/tag560.xml"/><Relationship Id="rId1" Type="http://schemas.openxmlformats.org/officeDocument/2006/relationships/slideMaster" Target="../slideMasters/slideMaster5.xml"/></Relationships>
</file>

<file path=ppt/slideLayouts/_rels/slideLayout76.xml.rels><?xml version="1.0" encoding="UTF-8" standalone="yes"?>
<Relationships xmlns="http://schemas.openxmlformats.org/package/2006/relationships"><Relationship Id="rId8" Type="http://schemas.openxmlformats.org/officeDocument/2006/relationships/tags" Target="../tags/tag568.xml"/><Relationship Id="rId7" Type="http://schemas.openxmlformats.org/officeDocument/2006/relationships/tags" Target="../tags/tag567.xml"/><Relationship Id="rId6" Type="http://schemas.openxmlformats.org/officeDocument/2006/relationships/tags" Target="../tags/tag566.xml"/><Relationship Id="rId5" Type="http://schemas.openxmlformats.org/officeDocument/2006/relationships/tags" Target="../tags/tag565.xml"/><Relationship Id="rId4" Type="http://schemas.openxmlformats.org/officeDocument/2006/relationships/tags" Target="../tags/tag564.xml"/><Relationship Id="rId3" Type="http://schemas.openxmlformats.org/officeDocument/2006/relationships/tags" Target="../tags/tag563.xml"/><Relationship Id="rId2" Type="http://schemas.openxmlformats.org/officeDocument/2006/relationships/tags" Target="../tags/tag562.xml"/><Relationship Id="rId1" Type="http://schemas.openxmlformats.org/officeDocument/2006/relationships/slideMaster" Target="../slideMasters/slideMaster5.xml"/></Relationships>
</file>

<file path=ppt/slideLayouts/_rels/slideLayout77.xml.rels><?xml version="1.0" encoding="UTF-8" standalone="yes"?>
<Relationships xmlns="http://schemas.openxmlformats.org/package/2006/relationships"><Relationship Id="rId9" Type="http://schemas.openxmlformats.org/officeDocument/2006/relationships/tags" Target="../tags/tag576.xml"/><Relationship Id="rId8" Type="http://schemas.openxmlformats.org/officeDocument/2006/relationships/tags" Target="../tags/tag575.xml"/><Relationship Id="rId7" Type="http://schemas.openxmlformats.org/officeDocument/2006/relationships/tags" Target="../tags/tag574.xml"/><Relationship Id="rId6" Type="http://schemas.openxmlformats.org/officeDocument/2006/relationships/tags" Target="../tags/tag573.xml"/><Relationship Id="rId5" Type="http://schemas.openxmlformats.org/officeDocument/2006/relationships/tags" Target="../tags/tag572.xml"/><Relationship Id="rId4" Type="http://schemas.openxmlformats.org/officeDocument/2006/relationships/tags" Target="../tags/tag571.xml"/><Relationship Id="rId3" Type="http://schemas.openxmlformats.org/officeDocument/2006/relationships/tags" Target="../tags/tag570.xml"/><Relationship Id="rId2" Type="http://schemas.openxmlformats.org/officeDocument/2006/relationships/tags" Target="../tags/tag569.xml"/><Relationship Id="rId13" Type="http://schemas.openxmlformats.org/officeDocument/2006/relationships/tags" Target="../tags/tag580.xml"/><Relationship Id="rId12" Type="http://schemas.openxmlformats.org/officeDocument/2006/relationships/tags" Target="../tags/tag579.xml"/><Relationship Id="rId11" Type="http://schemas.openxmlformats.org/officeDocument/2006/relationships/tags" Target="../tags/tag578.xml"/><Relationship Id="rId10" Type="http://schemas.openxmlformats.org/officeDocument/2006/relationships/tags" Target="../tags/tag577.xml"/><Relationship Id="rId1" Type="http://schemas.openxmlformats.org/officeDocument/2006/relationships/slideMaster" Target="../slideMasters/slideMaster5.xml"/></Relationships>
</file>

<file path=ppt/slideLayouts/_rels/slideLayout78.xml.rels><?xml version="1.0" encoding="UTF-8" standalone="yes"?>
<Relationships xmlns="http://schemas.openxmlformats.org/package/2006/relationships"><Relationship Id="rId9" Type="http://schemas.openxmlformats.org/officeDocument/2006/relationships/tags" Target="../tags/tag588.xml"/><Relationship Id="rId8" Type="http://schemas.openxmlformats.org/officeDocument/2006/relationships/tags" Target="../tags/tag587.xml"/><Relationship Id="rId7" Type="http://schemas.openxmlformats.org/officeDocument/2006/relationships/tags" Target="../tags/tag586.xml"/><Relationship Id="rId6" Type="http://schemas.openxmlformats.org/officeDocument/2006/relationships/tags" Target="../tags/tag585.xml"/><Relationship Id="rId5" Type="http://schemas.openxmlformats.org/officeDocument/2006/relationships/tags" Target="../tags/tag584.xml"/><Relationship Id="rId4" Type="http://schemas.openxmlformats.org/officeDocument/2006/relationships/tags" Target="../tags/tag583.xml"/><Relationship Id="rId3" Type="http://schemas.openxmlformats.org/officeDocument/2006/relationships/tags" Target="../tags/tag582.xml"/><Relationship Id="rId2" Type="http://schemas.openxmlformats.org/officeDocument/2006/relationships/tags" Target="../tags/tag581.xml"/><Relationship Id="rId11" Type="http://schemas.openxmlformats.org/officeDocument/2006/relationships/tags" Target="../tags/tag590.xml"/><Relationship Id="rId10" Type="http://schemas.openxmlformats.org/officeDocument/2006/relationships/tags" Target="../tags/tag589.xml"/><Relationship Id="rId1" Type="http://schemas.openxmlformats.org/officeDocument/2006/relationships/slideMaster" Target="../slideMasters/slideMaster5.xml"/></Relationships>
</file>

<file path=ppt/slideLayouts/_rels/slideLayout79.xml.rels><?xml version="1.0" encoding="UTF-8" standalone="yes"?>
<Relationships xmlns="http://schemas.openxmlformats.org/package/2006/relationships"><Relationship Id="rId9" Type="http://schemas.openxmlformats.org/officeDocument/2006/relationships/tags" Target="../tags/tag598.xml"/><Relationship Id="rId8" Type="http://schemas.openxmlformats.org/officeDocument/2006/relationships/tags" Target="../tags/tag597.xml"/><Relationship Id="rId7" Type="http://schemas.openxmlformats.org/officeDocument/2006/relationships/tags" Target="../tags/tag596.xml"/><Relationship Id="rId6" Type="http://schemas.openxmlformats.org/officeDocument/2006/relationships/tags" Target="../tags/tag595.xml"/><Relationship Id="rId5" Type="http://schemas.openxmlformats.org/officeDocument/2006/relationships/tags" Target="../tags/tag594.xml"/><Relationship Id="rId4" Type="http://schemas.openxmlformats.org/officeDocument/2006/relationships/tags" Target="../tags/tag593.xml"/><Relationship Id="rId3" Type="http://schemas.openxmlformats.org/officeDocument/2006/relationships/tags" Target="../tags/tag592.xml"/><Relationship Id="rId2" Type="http://schemas.openxmlformats.org/officeDocument/2006/relationships/tags" Target="../tags/tag591.xml"/><Relationship Id="rId11" Type="http://schemas.openxmlformats.org/officeDocument/2006/relationships/tags" Target="../tags/tag600.xml"/><Relationship Id="rId10" Type="http://schemas.openxmlformats.org/officeDocument/2006/relationships/tags" Target="../tags/tag599.xml"/><Relationship Id="rId1" Type="http://schemas.openxmlformats.org/officeDocument/2006/relationships/slideMaster" Target="../slideMasters/slideMaster5.xml"/></Relationships>
</file>

<file path=ppt/slideLayouts/_rels/slideLayout80.xml.rels><?xml version="1.0" encoding="UTF-8" standalone="yes"?>
<Relationships xmlns="http://schemas.openxmlformats.org/package/2006/relationships"><Relationship Id="rId9" Type="http://schemas.openxmlformats.org/officeDocument/2006/relationships/tags" Target="../tags/tag608.xml"/><Relationship Id="rId8" Type="http://schemas.openxmlformats.org/officeDocument/2006/relationships/tags" Target="../tags/tag607.xml"/><Relationship Id="rId7" Type="http://schemas.openxmlformats.org/officeDocument/2006/relationships/tags" Target="../tags/tag606.xml"/><Relationship Id="rId6" Type="http://schemas.openxmlformats.org/officeDocument/2006/relationships/tags" Target="../tags/tag605.xml"/><Relationship Id="rId5" Type="http://schemas.openxmlformats.org/officeDocument/2006/relationships/tags" Target="../tags/tag604.xml"/><Relationship Id="rId4" Type="http://schemas.openxmlformats.org/officeDocument/2006/relationships/tags" Target="../tags/tag603.xml"/><Relationship Id="rId3" Type="http://schemas.openxmlformats.org/officeDocument/2006/relationships/tags" Target="../tags/tag602.xml"/><Relationship Id="rId2" Type="http://schemas.openxmlformats.org/officeDocument/2006/relationships/tags" Target="../tags/tag601.xml"/><Relationship Id="rId11" Type="http://schemas.openxmlformats.org/officeDocument/2006/relationships/tags" Target="../tags/tag610.xml"/><Relationship Id="rId10" Type="http://schemas.openxmlformats.org/officeDocument/2006/relationships/tags" Target="../tags/tag609.xml"/><Relationship Id="rId1" Type="http://schemas.openxmlformats.org/officeDocument/2006/relationships/slideMaster" Target="../slideMasters/slideMaster5.xml"/></Relationships>
</file>

<file path=ppt/slideLayouts/_rels/slideLayout81.xml.rels><?xml version="1.0" encoding="UTF-8" standalone="yes"?>
<Relationships xmlns="http://schemas.openxmlformats.org/package/2006/relationships"><Relationship Id="rId9" Type="http://schemas.openxmlformats.org/officeDocument/2006/relationships/tags" Target="../tags/tag618.xml"/><Relationship Id="rId8" Type="http://schemas.openxmlformats.org/officeDocument/2006/relationships/tags" Target="../tags/tag617.xml"/><Relationship Id="rId7" Type="http://schemas.openxmlformats.org/officeDocument/2006/relationships/tags" Target="../tags/tag616.xml"/><Relationship Id="rId6" Type="http://schemas.openxmlformats.org/officeDocument/2006/relationships/tags" Target="../tags/tag615.xml"/><Relationship Id="rId5" Type="http://schemas.openxmlformats.org/officeDocument/2006/relationships/tags" Target="../tags/tag614.xml"/><Relationship Id="rId4" Type="http://schemas.openxmlformats.org/officeDocument/2006/relationships/tags" Target="../tags/tag613.xml"/><Relationship Id="rId3" Type="http://schemas.openxmlformats.org/officeDocument/2006/relationships/tags" Target="../tags/tag612.xml"/><Relationship Id="rId2" Type="http://schemas.openxmlformats.org/officeDocument/2006/relationships/tags" Target="../tags/tag611.xml"/><Relationship Id="rId13" Type="http://schemas.openxmlformats.org/officeDocument/2006/relationships/tags" Target="../tags/tag622.xml"/><Relationship Id="rId12" Type="http://schemas.openxmlformats.org/officeDocument/2006/relationships/tags" Target="../tags/tag621.xml"/><Relationship Id="rId11" Type="http://schemas.openxmlformats.org/officeDocument/2006/relationships/tags" Target="../tags/tag620.xml"/><Relationship Id="rId10" Type="http://schemas.openxmlformats.org/officeDocument/2006/relationships/tags" Target="../tags/tag619.xml"/><Relationship Id="rId1" Type="http://schemas.openxmlformats.org/officeDocument/2006/relationships/slideMaster" Target="../slideMasters/slideMaster5.xml"/></Relationships>
</file>

<file path=ppt/slideLayouts/_rels/slideLayout82.xml.rels><?xml version="1.0" encoding="UTF-8" standalone="yes"?>
<Relationships xmlns="http://schemas.openxmlformats.org/package/2006/relationships"><Relationship Id="rId9" Type="http://schemas.openxmlformats.org/officeDocument/2006/relationships/tags" Target="../tags/tag630.xml"/><Relationship Id="rId8" Type="http://schemas.openxmlformats.org/officeDocument/2006/relationships/tags" Target="../tags/tag629.xml"/><Relationship Id="rId7" Type="http://schemas.openxmlformats.org/officeDocument/2006/relationships/tags" Target="../tags/tag628.xml"/><Relationship Id="rId6" Type="http://schemas.openxmlformats.org/officeDocument/2006/relationships/tags" Target="../tags/tag627.xml"/><Relationship Id="rId5" Type="http://schemas.openxmlformats.org/officeDocument/2006/relationships/tags" Target="../tags/tag626.xml"/><Relationship Id="rId4" Type="http://schemas.openxmlformats.org/officeDocument/2006/relationships/tags" Target="../tags/tag625.xml"/><Relationship Id="rId3" Type="http://schemas.openxmlformats.org/officeDocument/2006/relationships/tags" Target="../tags/tag624.xml"/><Relationship Id="rId2" Type="http://schemas.openxmlformats.org/officeDocument/2006/relationships/tags" Target="../tags/tag623.xml"/><Relationship Id="rId13" Type="http://schemas.openxmlformats.org/officeDocument/2006/relationships/tags" Target="../tags/tag634.xml"/><Relationship Id="rId12" Type="http://schemas.openxmlformats.org/officeDocument/2006/relationships/tags" Target="../tags/tag633.xml"/><Relationship Id="rId11" Type="http://schemas.openxmlformats.org/officeDocument/2006/relationships/tags" Target="../tags/tag632.xml"/><Relationship Id="rId10" Type="http://schemas.openxmlformats.org/officeDocument/2006/relationships/tags" Target="../tags/tag631.xml"/><Relationship Id="rId1" Type="http://schemas.openxmlformats.org/officeDocument/2006/relationships/slideMaster" Target="../slideMasters/slideMaster5.xml"/></Relationships>
</file>

<file path=ppt/slideLayouts/_rels/slideLayout83.xml.rels><?xml version="1.0" encoding="UTF-8" standalone="yes"?>
<Relationships xmlns="http://schemas.openxmlformats.org/package/2006/relationships"><Relationship Id="rId9" Type="http://schemas.openxmlformats.org/officeDocument/2006/relationships/tags" Target="../tags/tag648.xml"/><Relationship Id="rId8" Type="http://schemas.openxmlformats.org/officeDocument/2006/relationships/tags" Target="../tags/tag647.xml"/><Relationship Id="rId7" Type="http://schemas.openxmlformats.org/officeDocument/2006/relationships/tags" Target="../tags/tag646.xml"/><Relationship Id="rId6" Type="http://schemas.openxmlformats.org/officeDocument/2006/relationships/tags" Target="../tags/tag645.xml"/><Relationship Id="rId5" Type="http://schemas.openxmlformats.org/officeDocument/2006/relationships/tags" Target="../tags/tag644.xml"/><Relationship Id="rId4" Type="http://schemas.openxmlformats.org/officeDocument/2006/relationships/tags" Target="../tags/tag643.xml"/><Relationship Id="rId3" Type="http://schemas.openxmlformats.org/officeDocument/2006/relationships/tags" Target="../tags/tag642.xml"/><Relationship Id="rId2" Type="http://schemas.openxmlformats.org/officeDocument/2006/relationships/tags" Target="../tags/tag641.xml"/><Relationship Id="rId14" Type="http://schemas.openxmlformats.org/officeDocument/2006/relationships/tags" Target="../tags/tag653.xml"/><Relationship Id="rId13" Type="http://schemas.openxmlformats.org/officeDocument/2006/relationships/tags" Target="../tags/tag652.xml"/><Relationship Id="rId12" Type="http://schemas.openxmlformats.org/officeDocument/2006/relationships/tags" Target="../tags/tag651.xml"/><Relationship Id="rId11" Type="http://schemas.openxmlformats.org/officeDocument/2006/relationships/tags" Target="../tags/tag650.xml"/><Relationship Id="rId10" Type="http://schemas.openxmlformats.org/officeDocument/2006/relationships/tags" Target="../tags/tag649.xml"/><Relationship Id="rId1" Type="http://schemas.openxmlformats.org/officeDocument/2006/relationships/slideMaster" Target="../slideMasters/slideMaster6.xml"/></Relationships>
</file>

<file path=ppt/slideLayouts/_rels/slideLayout84.xml.rels><?xml version="1.0" encoding="UTF-8" standalone="yes"?>
<Relationships xmlns="http://schemas.openxmlformats.org/package/2006/relationships"><Relationship Id="rId6" Type="http://schemas.openxmlformats.org/officeDocument/2006/relationships/tags" Target="../tags/tag658.xml"/><Relationship Id="rId5" Type="http://schemas.openxmlformats.org/officeDocument/2006/relationships/tags" Target="../tags/tag657.xml"/><Relationship Id="rId4" Type="http://schemas.openxmlformats.org/officeDocument/2006/relationships/tags" Target="../tags/tag656.xml"/><Relationship Id="rId3" Type="http://schemas.openxmlformats.org/officeDocument/2006/relationships/tags" Target="../tags/tag655.xml"/><Relationship Id="rId2" Type="http://schemas.openxmlformats.org/officeDocument/2006/relationships/tags" Target="../tags/tag654.xml"/><Relationship Id="rId1" Type="http://schemas.openxmlformats.org/officeDocument/2006/relationships/slideMaster" Target="../slideMasters/slideMaster6.xml"/></Relationships>
</file>

<file path=ppt/slideLayouts/_rels/slideLayout85.xml.rels><?xml version="1.0" encoding="UTF-8" standalone="yes"?>
<Relationships xmlns="http://schemas.openxmlformats.org/package/2006/relationships"><Relationship Id="rId9" Type="http://schemas.openxmlformats.org/officeDocument/2006/relationships/tags" Target="../tags/tag666.xml"/><Relationship Id="rId8" Type="http://schemas.openxmlformats.org/officeDocument/2006/relationships/tags" Target="../tags/tag665.xml"/><Relationship Id="rId7" Type="http://schemas.openxmlformats.org/officeDocument/2006/relationships/tags" Target="../tags/tag664.xml"/><Relationship Id="rId6" Type="http://schemas.openxmlformats.org/officeDocument/2006/relationships/tags" Target="../tags/tag663.xml"/><Relationship Id="rId5" Type="http://schemas.openxmlformats.org/officeDocument/2006/relationships/tags" Target="../tags/tag662.xml"/><Relationship Id="rId4" Type="http://schemas.openxmlformats.org/officeDocument/2006/relationships/tags" Target="../tags/tag661.xml"/><Relationship Id="rId3" Type="http://schemas.openxmlformats.org/officeDocument/2006/relationships/tags" Target="../tags/tag660.xml"/><Relationship Id="rId2" Type="http://schemas.openxmlformats.org/officeDocument/2006/relationships/tags" Target="../tags/tag659.xml"/><Relationship Id="rId15" Type="http://schemas.openxmlformats.org/officeDocument/2006/relationships/tags" Target="../tags/tag672.xml"/><Relationship Id="rId14" Type="http://schemas.openxmlformats.org/officeDocument/2006/relationships/tags" Target="../tags/tag671.xml"/><Relationship Id="rId13" Type="http://schemas.openxmlformats.org/officeDocument/2006/relationships/tags" Target="../tags/tag670.xml"/><Relationship Id="rId12" Type="http://schemas.openxmlformats.org/officeDocument/2006/relationships/tags" Target="../tags/tag669.xml"/><Relationship Id="rId11" Type="http://schemas.openxmlformats.org/officeDocument/2006/relationships/tags" Target="../tags/tag668.xml"/><Relationship Id="rId10" Type="http://schemas.openxmlformats.org/officeDocument/2006/relationships/tags" Target="../tags/tag667.xml"/><Relationship Id="rId1" Type="http://schemas.openxmlformats.org/officeDocument/2006/relationships/slideMaster" Target="../slideMasters/slideMaster6.xml"/></Relationships>
</file>

<file path=ppt/slideLayouts/_rels/slideLayout86.xml.rels><?xml version="1.0" encoding="UTF-8" standalone="yes"?>
<Relationships xmlns="http://schemas.openxmlformats.org/package/2006/relationships"><Relationship Id="rId7" Type="http://schemas.openxmlformats.org/officeDocument/2006/relationships/tags" Target="../tags/tag678.xml"/><Relationship Id="rId6" Type="http://schemas.openxmlformats.org/officeDocument/2006/relationships/tags" Target="../tags/tag677.xml"/><Relationship Id="rId5" Type="http://schemas.openxmlformats.org/officeDocument/2006/relationships/tags" Target="../tags/tag676.xml"/><Relationship Id="rId4" Type="http://schemas.openxmlformats.org/officeDocument/2006/relationships/tags" Target="../tags/tag675.xml"/><Relationship Id="rId3" Type="http://schemas.openxmlformats.org/officeDocument/2006/relationships/tags" Target="../tags/tag674.xml"/><Relationship Id="rId2" Type="http://schemas.openxmlformats.org/officeDocument/2006/relationships/tags" Target="../tags/tag673.xml"/><Relationship Id="rId1" Type="http://schemas.openxmlformats.org/officeDocument/2006/relationships/slideMaster" Target="../slideMasters/slideMaster6.xml"/></Relationships>
</file>

<file path=ppt/slideLayouts/_rels/slideLayout87.xml.rels><?xml version="1.0" encoding="UTF-8" standalone="yes"?>
<Relationships xmlns="http://schemas.openxmlformats.org/package/2006/relationships"><Relationship Id="rId9" Type="http://schemas.openxmlformats.org/officeDocument/2006/relationships/tags" Target="../tags/tag686.xml"/><Relationship Id="rId8" Type="http://schemas.openxmlformats.org/officeDocument/2006/relationships/tags" Target="../tags/tag685.xml"/><Relationship Id="rId7" Type="http://schemas.openxmlformats.org/officeDocument/2006/relationships/tags" Target="../tags/tag684.xml"/><Relationship Id="rId6" Type="http://schemas.openxmlformats.org/officeDocument/2006/relationships/tags" Target="../tags/tag683.xml"/><Relationship Id="rId5" Type="http://schemas.openxmlformats.org/officeDocument/2006/relationships/tags" Target="../tags/tag682.xml"/><Relationship Id="rId4" Type="http://schemas.openxmlformats.org/officeDocument/2006/relationships/tags" Target="../tags/tag681.xml"/><Relationship Id="rId3" Type="http://schemas.openxmlformats.org/officeDocument/2006/relationships/tags" Target="../tags/tag680.xml"/><Relationship Id="rId2" Type="http://schemas.openxmlformats.org/officeDocument/2006/relationships/tags" Target="../tags/tag679.xml"/><Relationship Id="rId1" Type="http://schemas.openxmlformats.org/officeDocument/2006/relationships/slideMaster" Target="../slideMasters/slideMaster6.xml"/></Relationships>
</file>

<file path=ppt/slideLayouts/_rels/slideLayout88.xml.rels><?xml version="1.0" encoding="UTF-8" standalone="yes"?>
<Relationships xmlns="http://schemas.openxmlformats.org/package/2006/relationships"><Relationship Id="rId8" Type="http://schemas.openxmlformats.org/officeDocument/2006/relationships/tags" Target="../tags/tag693.xml"/><Relationship Id="rId7" Type="http://schemas.openxmlformats.org/officeDocument/2006/relationships/tags" Target="../tags/tag692.xml"/><Relationship Id="rId6" Type="http://schemas.openxmlformats.org/officeDocument/2006/relationships/tags" Target="../tags/tag691.xml"/><Relationship Id="rId5" Type="http://schemas.openxmlformats.org/officeDocument/2006/relationships/tags" Target="../tags/tag690.xml"/><Relationship Id="rId4" Type="http://schemas.openxmlformats.org/officeDocument/2006/relationships/tags" Target="../tags/tag689.xml"/><Relationship Id="rId3" Type="http://schemas.openxmlformats.org/officeDocument/2006/relationships/tags" Target="../tags/tag688.xml"/><Relationship Id="rId2" Type="http://schemas.openxmlformats.org/officeDocument/2006/relationships/tags" Target="../tags/tag687.xml"/><Relationship Id="rId1" Type="http://schemas.openxmlformats.org/officeDocument/2006/relationships/slideMaster" Target="../slideMasters/slideMaster6.xml"/></Relationships>
</file>

<file path=ppt/slideLayouts/_rels/slideLayout89.xml.rels><?xml version="1.0" encoding="UTF-8" standalone="yes"?>
<Relationships xmlns="http://schemas.openxmlformats.org/package/2006/relationships"><Relationship Id="rId4" Type="http://schemas.openxmlformats.org/officeDocument/2006/relationships/tags" Target="../tags/tag696.xml"/><Relationship Id="rId3" Type="http://schemas.openxmlformats.org/officeDocument/2006/relationships/tags" Target="../tags/tag695.xml"/><Relationship Id="rId2" Type="http://schemas.openxmlformats.org/officeDocument/2006/relationships/tags" Target="../tags/tag694.xml"/><Relationship Id="rId1" Type="http://schemas.openxmlformats.org/officeDocument/2006/relationships/slideMaster" Target="../slideMasters/slideMaster6.xml"/></Relationships>
</file>

<file path=ppt/slideLayouts/_rels/slideLayout90.xml.rels><?xml version="1.0" encoding="UTF-8" standalone="yes"?>
<Relationships xmlns="http://schemas.openxmlformats.org/package/2006/relationships"><Relationship Id="rId7" Type="http://schemas.openxmlformats.org/officeDocument/2006/relationships/tags" Target="../tags/tag702.xml"/><Relationship Id="rId6" Type="http://schemas.openxmlformats.org/officeDocument/2006/relationships/tags" Target="../tags/tag701.xml"/><Relationship Id="rId5" Type="http://schemas.openxmlformats.org/officeDocument/2006/relationships/tags" Target="../tags/tag700.xml"/><Relationship Id="rId4" Type="http://schemas.openxmlformats.org/officeDocument/2006/relationships/tags" Target="../tags/tag699.xml"/><Relationship Id="rId3" Type="http://schemas.openxmlformats.org/officeDocument/2006/relationships/tags" Target="../tags/tag698.xml"/><Relationship Id="rId2" Type="http://schemas.openxmlformats.org/officeDocument/2006/relationships/tags" Target="../tags/tag697.xml"/><Relationship Id="rId1" Type="http://schemas.openxmlformats.org/officeDocument/2006/relationships/slideMaster" Target="../slideMasters/slideMaster6.xml"/></Relationships>
</file>

<file path=ppt/slideLayouts/_rels/slideLayout91.xml.rels><?xml version="1.0" encoding="UTF-8" standalone="yes"?>
<Relationships xmlns="http://schemas.openxmlformats.org/package/2006/relationships"><Relationship Id="rId6" Type="http://schemas.openxmlformats.org/officeDocument/2006/relationships/tags" Target="../tags/tag707.xml"/><Relationship Id="rId5" Type="http://schemas.openxmlformats.org/officeDocument/2006/relationships/tags" Target="../tags/tag706.xml"/><Relationship Id="rId4" Type="http://schemas.openxmlformats.org/officeDocument/2006/relationships/tags" Target="../tags/tag705.xml"/><Relationship Id="rId3" Type="http://schemas.openxmlformats.org/officeDocument/2006/relationships/tags" Target="../tags/tag704.xml"/><Relationship Id="rId2" Type="http://schemas.openxmlformats.org/officeDocument/2006/relationships/tags" Target="../tags/tag703.xml"/><Relationship Id="rId1" Type="http://schemas.openxmlformats.org/officeDocument/2006/relationships/slideMaster" Target="../slideMasters/slideMaster6.xml"/></Relationships>
</file>

<file path=ppt/slideLayouts/_rels/slideLayout92.xml.rels><?xml version="1.0" encoding="UTF-8" standalone="yes"?>
<Relationships xmlns="http://schemas.openxmlformats.org/package/2006/relationships"><Relationship Id="rId5" Type="http://schemas.openxmlformats.org/officeDocument/2006/relationships/tags" Target="../tags/tag711.xml"/><Relationship Id="rId4" Type="http://schemas.openxmlformats.org/officeDocument/2006/relationships/tags" Target="../tags/tag710.xml"/><Relationship Id="rId3" Type="http://schemas.openxmlformats.org/officeDocument/2006/relationships/tags" Target="../tags/tag709.xml"/><Relationship Id="rId2" Type="http://schemas.openxmlformats.org/officeDocument/2006/relationships/tags" Target="../tags/tag708.xml"/><Relationship Id="rId1" Type="http://schemas.openxmlformats.org/officeDocument/2006/relationships/slideMaster" Target="../slideMasters/slideMaster6.xml"/></Relationships>
</file>

<file path=ppt/slideLayouts/_rels/slideLayout93.xml.rels><?xml version="1.0" encoding="UTF-8" standalone="yes"?>
<Relationships xmlns="http://schemas.openxmlformats.org/package/2006/relationships"><Relationship Id="rId9" Type="http://schemas.openxmlformats.org/officeDocument/2006/relationships/tags" Target="../tags/tag719.xml"/><Relationship Id="rId8" Type="http://schemas.openxmlformats.org/officeDocument/2006/relationships/tags" Target="../tags/tag718.xml"/><Relationship Id="rId7" Type="http://schemas.openxmlformats.org/officeDocument/2006/relationships/tags" Target="../tags/tag717.xml"/><Relationship Id="rId6" Type="http://schemas.openxmlformats.org/officeDocument/2006/relationships/tags" Target="../tags/tag716.xml"/><Relationship Id="rId5" Type="http://schemas.openxmlformats.org/officeDocument/2006/relationships/tags" Target="../tags/tag715.xml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" Type="http://schemas.openxmlformats.org/officeDocument/2006/relationships/tags" Target="../tags/tag712.xml"/><Relationship Id="rId11" Type="http://schemas.openxmlformats.org/officeDocument/2006/relationships/tags" Target="../tags/tag721.xml"/><Relationship Id="rId10" Type="http://schemas.openxmlformats.org/officeDocument/2006/relationships/tags" Target="../tags/tag720.xml"/><Relationship Id="rId1" Type="http://schemas.openxmlformats.org/officeDocument/2006/relationships/slideMaster" Target="../slideMasters/slideMaster6.xml"/></Relationships>
</file>

<file path=ppt/slideLayouts/_rels/slideLayout94.xml.rels><?xml version="1.0" encoding="UTF-8" standalone="yes"?>
<Relationships xmlns="http://schemas.openxmlformats.org/package/2006/relationships"><Relationship Id="rId8" Type="http://schemas.openxmlformats.org/officeDocument/2006/relationships/tags" Target="../tags/tag728.xml"/><Relationship Id="rId7" Type="http://schemas.openxmlformats.org/officeDocument/2006/relationships/tags" Target="../tags/tag727.xml"/><Relationship Id="rId6" Type="http://schemas.openxmlformats.org/officeDocument/2006/relationships/tags" Target="../tags/tag726.xml"/><Relationship Id="rId5" Type="http://schemas.openxmlformats.org/officeDocument/2006/relationships/tags" Target="../tags/tag725.xml"/><Relationship Id="rId4" Type="http://schemas.openxmlformats.org/officeDocument/2006/relationships/tags" Target="../tags/tag724.xml"/><Relationship Id="rId3" Type="http://schemas.openxmlformats.org/officeDocument/2006/relationships/tags" Target="../tags/tag723.xml"/><Relationship Id="rId2" Type="http://schemas.openxmlformats.org/officeDocument/2006/relationships/tags" Target="../tags/tag722.xml"/><Relationship Id="rId1" Type="http://schemas.openxmlformats.org/officeDocument/2006/relationships/slideMaster" Target="../slideMasters/slideMaster6.xml"/></Relationships>
</file>

<file path=ppt/slideLayouts/_rels/slideLayout95.xml.rels><?xml version="1.0" encoding="UTF-8" standalone="yes"?>
<Relationships xmlns="http://schemas.openxmlformats.org/package/2006/relationships"><Relationship Id="rId9" Type="http://schemas.openxmlformats.org/officeDocument/2006/relationships/tags" Target="../tags/tag736.xml"/><Relationship Id="rId8" Type="http://schemas.openxmlformats.org/officeDocument/2006/relationships/tags" Target="../tags/tag735.xml"/><Relationship Id="rId7" Type="http://schemas.openxmlformats.org/officeDocument/2006/relationships/tags" Target="../tags/tag734.xml"/><Relationship Id="rId6" Type="http://schemas.openxmlformats.org/officeDocument/2006/relationships/tags" Target="../tags/tag733.xml"/><Relationship Id="rId5" Type="http://schemas.openxmlformats.org/officeDocument/2006/relationships/tags" Target="../tags/tag732.xml"/><Relationship Id="rId4" Type="http://schemas.openxmlformats.org/officeDocument/2006/relationships/tags" Target="../tags/tag731.xml"/><Relationship Id="rId3" Type="http://schemas.openxmlformats.org/officeDocument/2006/relationships/tags" Target="../tags/tag730.xml"/><Relationship Id="rId2" Type="http://schemas.openxmlformats.org/officeDocument/2006/relationships/tags" Target="../tags/tag729.xml"/><Relationship Id="rId13" Type="http://schemas.openxmlformats.org/officeDocument/2006/relationships/tags" Target="../tags/tag740.xml"/><Relationship Id="rId12" Type="http://schemas.openxmlformats.org/officeDocument/2006/relationships/tags" Target="../tags/tag739.xml"/><Relationship Id="rId11" Type="http://schemas.openxmlformats.org/officeDocument/2006/relationships/tags" Target="../tags/tag738.xml"/><Relationship Id="rId10" Type="http://schemas.openxmlformats.org/officeDocument/2006/relationships/tags" Target="../tags/tag737.xml"/><Relationship Id="rId1" Type="http://schemas.openxmlformats.org/officeDocument/2006/relationships/slideMaster" Target="../slideMasters/slideMaster6.xml"/></Relationships>
</file>

<file path=ppt/slideLayouts/_rels/slideLayout96.xml.rels><?xml version="1.0" encoding="UTF-8" standalone="yes"?>
<Relationships xmlns="http://schemas.openxmlformats.org/package/2006/relationships"><Relationship Id="rId9" Type="http://schemas.openxmlformats.org/officeDocument/2006/relationships/tags" Target="../tags/tag748.xml"/><Relationship Id="rId8" Type="http://schemas.openxmlformats.org/officeDocument/2006/relationships/tags" Target="../tags/tag747.xml"/><Relationship Id="rId7" Type="http://schemas.openxmlformats.org/officeDocument/2006/relationships/tags" Target="../tags/tag746.xml"/><Relationship Id="rId6" Type="http://schemas.openxmlformats.org/officeDocument/2006/relationships/tags" Target="../tags/tag745.xml"/><Relationship Id="rId5" Type="http://schemas.openxmlformats.org/officeDocument/2006/relationships/tags" Target="../tags/tag744.xml"/><Relationship Id="rId4" Type="http://schemas.openxmlformats.org/officeDocument/2006/relationships/tags" Target="../tags/tag743.xml"/><Relationship Id="rId3" Type="http://schemas.openxmlformats.org/officeDocument/2006/relationships/tags" Target="../tags/tag742.xml"/><Relationship Id="rId2" Type="http://schemas.openxmlformats.org/officeDocument/2006/relationships/tags" Target="../tags/tag741.xml"/><Relationship Id="rId11" Type="http://schemas.openxmlformats.org/officeDocument/2006/relationships/tags" Target="../tags/tag750.xml"/><Relationship Id="rId10" Type="http://schemas.openxmlformats.org/officeDocument/2006/relationships/tags" Target="../tags/tag749.xml"/><Relationship Id="rId1" Type="http://schemas.openxmlformats.org/officeDocument/2006/relationships/slideMaster" Target="../slideMasters/slideMaster6.xml"/></Relationships>
</file>

<file path=ppt/slideLayouts/_rels/slideLayout97.xml.rels><?xml version="1.0" encoding="UTF-8" standalone="yes"?>
<Relationships xmlns="http://schemas.openxmlformats.org/package/2006/relationships"><Relationship Id="rId9" Type="http://schemas.openxmlformats.org/officeDocument/2006/relationships/tags" Target="../tags/tag758.xml"/><Relationship Id="rId8" Type="http://schemas.openxmlformats.org/officeDocument/2006/relationships/tags" Target="../tags/tag757.xml"/><Relationship Id="rId7" Type="http://schemas.openxmlformats.org/officeDocument/2006/relationships/tags" Target="../tags/tag756.xml"/><Relationship Id="rId6" Type="http://schemas.openxmlformats.org/officeDocument/2006/relationships/tags" Target="../tags/tag755.xml"/><Relationship Id="rId5" Type="http://schemas.openxmlformats.org/officeDocument/2006/relationships/tags" Target="../tags/tag754.xml"/><Relationship Id="rId4" Type="http://schemas.openxmlformats.org/officeDocument/2006/relationships/tags" Target="../tags/tag753.xml"/><Relationship Id="rId3" Type="http://schemas.openxmlformats.org/officeDocument/2006/relationships/tags" Target="../tags/tag752.xml"/><Relationship Id="rId2" Type="http://schemas.openxmlformats.org/officeDocument/2006/relationships/tags" Target="../tags/tag751.xml"/><Relationship Id="rId11" Type="http://schemas.openxmlformats.org/officeDocument/2006/relationships/tags" Target="../tags/tag760.xml"/><Relationship Id="rId10" Type="http://schemas.openxmlformats.org/officeDocument/2006/relationships/tags" Target="../tags/tag759.xml"/><Relationship Id="rId1" Type="http://schemas.openxmlformats.org/officeDocument/2006/relationships/slideMaster" Target="../slideMasters/slideMaster6.xml"/></Relationships>
</file>

<file path=ppt/slideLayouts/_rels/slideLayout98.xml.rels><?xml version="1.0" encoding="UTF-8" standalone="yes"?>
<Relationships xmlns="http://schemas.openxmlformats.org/package/2006/relationships"><Relationship Id="rId9" Type="http://schemas.openxmlformats.org/officeDocument/2006/relationships/tags" Target="../tags/tag768.xml"/><Relationship Id="rId8" Type="http://schemas.openxmlformats.org/officeDocument/2006/relationships/tags" Target="../tags/tag767.xml"/><Relationship Id="rId7" Type="http://schemas.openxmlformats.org/officeDocument/2006/relationships/tags" Target="../tags/tag766.xml"/><Relationship Id="rId6" Type="http://schemas.openxmlformats.org/officeDocument/2006/relationships/tags" Target="../tags/tag765.xml"/><Relationship Id="rId5" Type="http://schemas.openxmlformats.org/officeDocument/2006/relationships/tags" Target="../tags/tag764.xml"/><Relationship Id="rId4" Type="http://schemas.openxmlformats.org/officeDocument/2006/relationships/tags" Target="../tags/tag763.xml"/><Relationship Id="rId3" Type="http://schemas.openxmlformats.org/officeDocument/2006/relationships/tags" Target="../tags/tag762.xml"/><Relationship Id="rId2" Type="http://schemas.openxmlformats.org/officeDocument/2006/relationships/tags" Target="../tags/tag761.xml"/><Relationship Id="rId11" Type="http://schemas.openxmlformats.org/officeDocument/2006/relationships/tags" Target="../tags/tag770.xml"/><Relationship Id="rId10" Type="http://schemas.openxmlformats.org/officeDocument/2006/relationships/tags" Target="../tags/tag769.xml"/><Relationship Id="rId1" Type="http://schemas.openxmlformats.org/officeDocument/2006/relationships/slideMaster" Target="../slideMasters/slideMaster6.xml"/></Relationships>
</file>

<file path=ppt/slideLayouts/_rels/slideLayout99.xml.rels><?xml version="1.0" encoding="UTF-8" standalone="yes"?>
<Relationships xmlns="http://schemas.openxmlformats.org/package/2006/relationships"><Relationship Id="rId9" Type="http://schemas.openxmlformats.org/officeDocument/2006/relationships/tags" Target="../tags/tag778.xml"/><Relationship Id="rId8" Type="http://schemas.openxmlformats.org/officeDocument/2006/relationships/tags" Target="../tags/tag777.xml"/><Relationship Id="rId7" Type="http://schemas.openxmlformats.org/officeDocument/2006/relationships/tags" Target="../tags/tag776.xml"/><Relationship Id="rId6" Type="http://schemas.openxmlformats.org/officeDocument/2006/relationships/tags" Target="../tags/tag775.xml"/><Relationship Id="rId5" Type="http://schemas.openxmlformats.org/officeDocument/2006/relationships/tags" Target="../tags/tag774.xml"/><Relationship Id="rId4" Type="http://schemas.openxmlformats.org/officeDocument/2006/relationships/tags" Target="../tags/tag773.xml"/><Relationship Id="rId3" Type="http://schemas.openxmlformats.org/officeDocument/2006/relationships/tags" Target="../tags/tag772.xml"/><Relationship Id="rId2" Type="http://schemas.openxmlformats.org/officeDocument/2006/relationships/tags" Target="../tags/tag771.xml"/><Relationship Id="rId13" Type="http://schemas.openxmlformats.org/officeDocument/2006/relationships/tags" Target="../tags/tag782.xml"/><Relationship Id="rId12" Type="http://schemas.openxmlformats.org/officeDocument/2006/relationships/tags" Target="../tags/tag781.xml"/><Relationship Id="rId11" Type="http://schemas.openxmlformats.org/officeDocument/2006/relationships/tags" Target="../tags/tag780.xml"/><Relationship Id="rId10" Type="http://schemas.openxmlformats.org/officeDocument/2006/relationships/tags" Target="../tags/tag779.xml"/><Relationship Id="rId1" Type="http://schemas.openxmlformats.org/officeDocument/2006/relationships/slideMaster" Target="../slideMasters/slideMaster6.xml"/></Relationships>
</file>

<file path=ppt/slideLayouts/_rels/slideLayout100.xml.rels><?xml version="1.0" encoding="UTF-8" standalone="yes"?>
<Relationships xmlns="http://schemas.openxmlformats.org/package/2006/relationships"><Relationship Id="rId9" Type="http://schemas.openxmlformats.org/officeDocument/2006/relationships/tags" Target="../tags/tag790.xml"/><Relationship Id="rId8" Type="http://schemas.openxmlformats.org/officeDocument/2006/relationships/tags" Target="../tags/tag789.xml"/><Relationship Id="rId7" Type="http://schemas.openxmlformats.org/officeDocument/2006/relationships/tags" Target="../tags/tag788.xml"/><Relationship Id="rId6" Type="http://schemas.openxmlformats.org/officeDocument/2006/relationships/tags" Target="../tags/tag787.xml"/><Relationship Id="rId5" Type="http://schemas.openxmlformats.org/officeDocument/2006/relationships/tags" Target="../tags/tag786.xml"/><Relationship Id="rId4" Type="http://schemas.openxmlformats.org/officeDocument/2006/relationships/tags" Target="../tags/tag785.xml"/><Relationship Id="rId3" Type="http://schemas.openxmlformats.org/officeDocument/2006/relationships/tags" Target="../tags/tag784.xml"/><Relationship Id="rId2" Type="http://schemas.openxmlformats.org/officeDocument/2006/relationships/tags" Target="../tags/tag783.xml"/><Relationship Id="rId13" Type="http://schemas.openxmlformats.org/officeDocument/2006/relationships/tags" Target="../tags/tag794.xml"/><Relationship Id="rId12" Type="http://schemas.openxmlformats.org/officeDocument/2006/relationships/tags" Target="../tags/tag793.xml"/><Relationship Id="rId11" Type="http://schemas.openxmlformats.org/officeDocument/2006/relationships/tags" Target="../tags/tag792.xml"/><Relationship Id="rId10" Type="http://schemas.openxmlformats.org/officeDocument/2006/relationships/tags" Target="../tags/tag791.xml"/><Relationship Id="rId1" Type="http://schemas.openxmlformats.org/officeDocument/2006/relationships/slideMaster" Target="../slideMasters/slideMaster6.xml"/></Relationships>
</file>

<file path=ppt/slideLayouts/_rels/slideLayout101.xml.rels><?xml version="1.0" encoding="UTF-8" standalone="yes"?>
<Relationships xmlns="http://schemas.openxmlformats.org/package/2006/relationships"><Relationship Id="rId9" Type="http://schemas.openxmlformats.org/officeDocument/2006/relationships/tags" Target="../tags/tag808.xml"/><Relationship Id="rId8" Type="http://schemas.openxmlformats.org/officeDocument/2006/relationships/tags" Target="../tags/tag807.xml"/><Relationship Id="rId7" Type="http://schemas.openxmlformats.org/officeDocument/2006/relationships/tags" Target="../tags/tag806.xml"/><Relationship Id="rId6" Type="http://schemas.openxmlformats.org/officeDocument/2006/relationships/tags" Target="../tags/tag805.xml"/><Relationship Id="rId5" Type="http://schemas.openxmlformats.org/officeDocument/2006/relationships/tags" Target="../tags/tag804.xml"/><Relationship Id="rId4" Type="http://schemas.openxmlformats.org/officeDocument/2006/relationships/tags" Target="../tags/tag803.xml"/><Relationship Id="rId3" Type="http://schemas.openxmlformats.org/officeDocument/2006/relationships/tags" Target="../tags/tag802.xml"/><Relationship Id="rId2" Type="http://schemas.openxmlformats.org/officeDocument/2006/relationships/tags" Target="../tags/tag801.xml"/><Relationship Id="rId14" Type="http://schemas.openxmlformats.org/officeDocument/2006/relationships/tags" Target="../tags/tag813.xml"/><Relationship Id="rId13" Type="http://schemas.openxmlformats.org/officeDocument/2006/relationships/tags" Target="../tags/tag812.xml"/><Relationship Id="rId12" Type="http://schemas.openxmlformats.org/officeDocument/2006/relationships/tags" Target="../tags/tag811.xml"/><Relationship Id="rId11" Type="http://schemas.openxmlformats.org/officeDocument/2006/relationships/tags" Target="../tags/tag810.xml"/><Relationship Id="rId10" Type="http://schemas.openxmlformats.org/officeDocument/2006/relationships/tags" Target="../tags/tag809.xml"/><Relationship Id="rId1" Type="http://schemas.openxmlformats.org/officeDocument/2006/relationships/slideMaster" Target="../slideMasters/slideMaster7.xml"/></Relationships>
</file>

<file path=ppt/slideLayouts/_rels/slideLayout102.xml.rels><?xml version="1.0" encoding="UTF-8" standalone="yes"?>
<Relationships xmlns="http://schemas.openxmlformats.org/package/2006/relationships"><Relationship Id="rId6" Type="http://schemas.openxmlformats.org/officeDocument/2006/relationships/tags" Target="../tags/tag818.xml"/><Relationship Id="rId5" Type="http://schemas.openxmlformats.org/officeDocument/2006/relationships/tags" Target="../tags/tag817.xml"/><Relationship Id="rId4" Type="http://schemas.openxmlformats.org/officeDocument/2006/relationships/tags" Target="../tags/tag816.xml"/><Relationship Id="rId3" Type="http://schemas.openxmlformats.org/officeDocument/2006/relationships/tags" Target="../tags/tag815.xml"/><Relationship Id="rId2" Type="http://schemas.openxmlformats.org/officeDocument/2006/relationships/tags" Target="../tags/tag814.xml"/><Relationship Id="rId1" Type="http://schemas.openxmlformats.org/officeDocument/2006/relationships/slideMaster" Target="../slideMasters/slideMaster7.xml"/></Relationships>
</file>

<file path=ppt/slideLayouts/_rels/slideLayout103.xml.rels><?xml version="1.0" encoding="UTF-8" standalone="yes"?>
<Relationships xmlns="http://schemas.openxmlformats.org/package/2006/relationships"><Relationship Id="rId9" Type="http://schemas.openxmlformats.org/officeDocument/2006/relationships/tags" Target="../tags/tag826.xml"/><Relationship Id="rId8" Type="http://schemas.openxmlformats.org/officeDocument/2006/relationships/tags" Target="../tags/tag825.xml"/><Relationship Id="rId7" Type="http://schemas.openxmlformats.org/officeDocument/2006/relationships/tags" Target="../tags/tag824.xml"/><Relationship Id="rId6" Type="http://schemas.openxmlformats.org/officeDocument/2006/relationships/tags" Target="../tags/tag823.xml"/><Relationship Id="rId5" Type="http://schemas.openxmlformats.org/officeDocument/2006/relationships/tags" Target="../tags/tag822.xml"/><Relationship Id="rId4" Type="http://schemas.openxmlformats.org/officeDocument/2006/relationships/tags" Target="../tags/tag821.xml"/><Relationship Id="rId3" Type="http://schemas.openxmlformats.org/officeDocument/2006/relationships/tags" Target="../tags/tag820.xml"/><Relationship Id="rId2" Type="http://schemas.openxmlformats.org/officeDocument/2006/relationships/tags" Target="../tags/tag819.xml"/><Relationship Id="rId15" Type="http://schemas.openxmlformats.org/officeDocument/2006/relationships/tags" Target="../tags/tag832.xml"/><Relationship Id="rId14" Type="http://schemas.openxmlformats.org/officeDocument/2006/relationships/tags" Target="../tags/tag831.xml"/><Relationship Id="rId13" Type="http://schemas.openxmlformats.org/officeDocument/2006/relationships/tags" Target="../tags/tag830.xml"/><Relationship Id="rId12" Type="http://schemas.openxmlformats.org/officeDocument/2006/relationships/tags" Target="../tags/tag829.xml"/><Relationship Id="rId11" Type="http://schemas.openxmlformats.org/officeDocument/2006/relationships/tags" Target="../tags/tag828.xml"/><Relationship Id="rId10" Type="http://schemas.openxmlformats.org/officeDocument/2006/relationships/tags" Target="../tags/tag827.xml"/><Relationship Id="rId1" Type="http://schemas.openxmlformats.org/officeDocument/2006/relationships/slideMaster" Target="../slideMasters/slideMaster7.xml"/></Relationships>
</file>

<file path=ppt/slideLayouts/_rels/slideLayout104.xml.rels><?xml version="1.0" encoding="UTF-8" standalone="yes"?>
<Relationships xmlns="http://schemas.openxmlformats.org/package/2006/relationships"><Relationship Id="rId7" Type="http://schemas.openxmlformats.org/officeDocument/2006/relationships/tags" Target="../tags/tag838.xml"/><Relationship Id="rId6" Type="http://schemas.openxmlformats.org/officeDocument/2006/relationships/tags" Target="../tags/tag837.xml"/><Relationship Id="rId5" Type="http://schemas.openxmlformats.org/officeDocument/2006/relationships/tags" Target="../tags/tag836.xml"/><Relationship Id="rId4" Type="http://schemas.openxmlformats.org/officeDocument/2006/relationships/tags" Target="../tags/tag835.xml"/><Relationship Id="rId3" Type="http://schemas.openxmlformats.org/officeDocument/2006/relationships/tags" Target="../tags/tag834.xml"/><Relationship Id="rId2" Type="http://schemas.openxmlformats.org/officeDocument/2006/relationships/tags" Target="../tags/tag833.xml"/><Relationship Id="rId1" Type="http://schemas.openxmlformats.org/officeDocument/2006/relationships/slideMaster" Target="../slideMasters/slideMaster7.xml"/></Relationships>
</file>

<file path=ppt/slideLayouts/_rels/slideLayout105.xml.rels><?xml version="1.0" encoding="UTF-8" standalone="yes"?>
<Relationships xmlns="http://schemas.openxmlformats.org/package/2006/relationships"><Relationship Id="rId9" Type="http://schemas.openxmlformats.org/officeDocument/2006/relationships/tags" Target="../tags/tag846.xml"/><Relationship Id="rId8" Type="http://schemas.openxmlformats.org/officeDocument/2006/relationships/tags" Target="../tags/tag845.xml"/><Relationship Id="rId7" Type="http://schemas.openxmlformats.org/officeDocument/2006/relationships/tags" Target="../tags/tag844.xml"/><Relationship Id="rId6" Type="http://schemas.openxmlformats.org/officeDocument/2006/relationships/tags" Target="../tags/tag843.xml"/><Relationship Id="rId5" Type="http://schemas.openxmlformats.org/officeDocument/2006/relationships/tags" Target="../tags/tag842.xml"/><Relationship Id="rId4" Type="http://schemas.openxmlformats.org/officeDocument/2006/relationships/tags" Target="../tags/tag841.xml"/><Relationship Id="rId3" Type="http://schemas.openxmlformats.org/officeDocument/2006/relationships/tags" Target="../tags/tag840.xml"/><Relationship Id="rId2" Type="http://schemas.openxmlformats.org/officeDocument/2006/relationships/tags" Target="../tags/tag839.xml"/><Relationship Id="rId1" Type="http://schemas.openxmlformats.org/officeDocument/2006/relationships/slideMaster" Target="../slideMasters/slideMaster7.xml"/></Relationships>
</file>

<file path=ppt/slideLayouts/_rels/slideLayout106.xml.rels><?xml version="1.0" encoding="UTF-8" standalone="yes"?>
<Relationships xmlns="http://schemas.openxmlformats.org/package/2006/relationships"><Relationship Id="rId8" Type="http://schemas.openxmlformats.org/officeDocument/2006/relationships/tags" Target="../tags/tag853.xml"/><Relationship Id="rId7" Type="http://schemas.openxmlformats.org/officeDocument/2006/relationships/tags" Target="../tags/tag852.xml"/><Relationship Id="rId6" Type="http://schemas.openxmlformats.org/officeDocument/2006/relationships/tags" Target="../tags/tag851.xml"/><Relationship Id="rId5" Type="http://schemas.openxmlformats.org/officeDocument/2006/relationships/tags" Target="../tags/tag850.xml"/><Relationship Id="rId4" Type="http://schemas.openxmlformats.org/officeDocument/2006/relationships/tags" Target="../tags/tag849.xml"/><Relationship Id="rId3" Type="http://schemas.openxmlformats.org/officeDocument/2006/relationships/tags" Target="../tags/tag848.xml"/><Relationship Id="rId2" Type="http://schemas.openxmlformats.org/officeDocument/2006/relationships/tags" Target="../tags/tag847.xml"/><Relationship Id="rId1" Type="http://schemas.openxmlformats.org/officeDocument/2006/relationships/slideMaster" Target="../slideMasters/slideMaster7.xml"/></Relationships>
</file>

<file path=ppt/slideLayouts/_rels/slideLayout107.xml.rels><?xml version="1.0" encoding="UTF-8" standalone="yes"?>
<Relationships xmlns="http://schemas.openxmlformats.org/package/2006/relationships"><Relationship Id="rId4" Type="http://schemas.openxmlformats.org/officeDocument/2006/relationships/tags" Target="../tags/tag856.xml"/><Relationship Id="rId3" Type="http://schemas.openxmlformats.org/officeDocument/2006/relationships/tags" Target="../tags/tag855.xml"/><Relationship Id="rId2" Type="http://schemas.openxmlformats.org/officeDocument/2006/relationships/tags" Target="../tags/tag854.xml"/><Relationship Id="rId1" Type="http://schemas.openxmlformats.org/officeDocument/2006/relationships/slideMaster" Target="../slideMasters/slideMaster7.xml"/></Relationships>
</file>

<file path=ppt/slideLayouts/_rels/slideLayout108.xml.rels><?xml version="1.0" encoding="UTF-8" standalone="yes"?>
<Relationships xmlns="http://schemas.openxmlformats.org/package/2006/relationships"><Relationship Id="rId7" Type="http://schemas.openxmlformats.org/officeDocument/2006/relationships/tags" Target="../tags/tag862.xml"/><Relationship Id="rId6" Type="http://schemas.openxmlformats.org/officeDocument/2006/relationships/tags" Target="../tags/tag861.xml"/><Relationship Id="rId5" Type="http://schemas.openxmlformats.org/officeDocument/2006/relationships/tags" Target="../tags/tag860.xml"/><Relationship Id="rId4" Type="http://schemas.openxmlformats.org/officeDocument/2006/relationships/tags" Target="../tags/tag859.xml"/><Relationship Id="rId3" Type="http://schemas.openxmlformats.org/officeDocument/2006/relationships/tags" Target="../tags/tag858.xml"/><Relationship Id="rId2" Type="http://schemas.openxmlformats.org/officeDocument/2006/relationships/tags" Target="../tags/tag857.xml"/><Relationship Id="rId1" Type="http://schemas.openxmlformats.org/officeDocument/2006/relationships/slideMaster" Target="../slideMasters/slideMaster7.xml"/></Relationships>
</file>

<file path=ppt/slideLayouts/_rels/slideLayout109.xml.rels><?xml version="1.0" encoding="UTF-8" standalone="yes"?>
<Relationships xmlns="http://schemas.openxmlformats.org/package/2006/relationships"><Relationship Id="rId6" Type="http://schemas.openxmlformats.org/officeDocument/2006/relationships/tags" Target="../tags/tag867.xml"/><Relationship Id="rId5" Type="http://schemas.openxmlformats.org/officeDocument/2006/relationships/tags" Target="../tags/tag866.xml"/><Relationship Id="rId4" Type="http://schemas.openxmlformats.org/officeDocument/2006/relationships/tags" Target="../tags/tag865.xml"/><Relationship Id="rId3" Type="http://schemas.openxmlformats.org/officeDocument/2006/relationships/tags" Target="../tags/tag864.xml"/><Relationship Id="rId2" Type="http://schemas.openxmlformats.org/officeDocument/2006/relationships/tags" Target="../tags/tag863.xml"/><Relationship Id="rId1" Type="http://schemas.openxmlformats.org/officeDocument/2006/relationships/slideMaster" Target="../slideMasters/slideMaster7.xml"/></Relationships>
</file>

<file path=ppt/slideLayouts/_rels/slideLayout110.xml.rels><?xml version="1.0" encoding="UTF-8" standalone="yes"?>
<Relationships xmlns="http://schemas.openxmlformats.org/package/2006/relationships"><Relationship Id="rId5" Type="http://schemas.openxmlformats.org/officeDocument/2006/relationships/tags" Target="../tags/tag871.xml"/><Relationship Id="rId4" Type="http://schemas.openxmlformats.org/officeDocument/2006/relationships/tags" Target="../tags/tag870.xml"/><Relationship Id="rId3" Type="http://schemas.openxmlformats.org/officeDocument/2006/relationships/tags" Target="../tags/tag869.xml"/><Relationship Id="rId2" Type="http://schemas.openxmlformats.org/officeDocument/2006/relationships/tags" Target="../tags/tag868.xml"/><Relationship Id="rId1" Type="http://schemas.openxmlformats.org/officeDocument/2006/relationships/slideMaster" Target="../slideMasters/slideMaster7.xml"/></Relationships>
</file>

<file path=ppt/slideLayouts/_rels/slideLayout111.xml.rels><?xml version="1.0" encoding="UTF-8" standalone="yes"?>
<Relationships xmlns="http://schemas.openxmlformats.org/package/2006/relationships"><Relationship Id="rId9" Type="http://schemas.openxmlformats.org/officeDocument/2006/relationships/tags" Target="../tags/tag879.xml"/><Relationship Id="rId8" Type="http://schemas.openxmlformats.org/officeDocument/2006/relationships/tags" Target="../tags/tag878.xml"/><Relationship Id="rId7" Type="http://schemas.openxmlformats.org/officeDocument/2006/relationships/tags" Target="../tags/tag877.xml"/><Relationship Id="rId6" Type="http://schemas.openxmlformats.org/officeDocument/2006/relationships/tags" Target="../tags/tag876.xml"/><Relationship Id="rId5" Type="http://schemas.openxmlformats.org/officeDocument/2006/relationships/tags" Target="../tags/tag875.xml"/><Relationship Id="rId4" Type="http://schemas.openxmlformats.org/officeDocument/2006/relationships/tags" Target="../tags/tag874.xml"/><Relationship Id="rId3" Type="http://schemas.openxmlformats.org/officeDocument/2006/relationships/tags" Target="../tags/tag873.xml"/><Relationship Id="rId2" Type="http://schemas.openxmlformats.org/officeDocument/2006/relationships/tags" Target="../tags/tag872.xml"/><Relationship Id="rId11" Type="http://schemas.openxmlformats.org/officeDocument/2006/relationships/tags" Target="../tags/tag881.xml"/><Relationship Id="rId10" Type="http://schemas.openxmlformats.org/officeDocument/2006/relationships/tags" Target="../tags/tag880.xml"/><Relationship Id="rId1" Type="http://schemas.openxmlformats.org/officeDocument/2006/relationships/slideMaster" Target="../slideMasters/slideMaster7.xml"/></Relationships>
</file>

<file path=ppt/slideLayouts/_rels/slideLayout112.xml.rels><?xml version="1.0" encoding="UTF-8" standalone="yes"?>
<Relationships xmlns="http://schemas.openxmlformats.org/package/2006/relationships"><Relationship Id="rId8" Type="http://schemas.openxmlformats.org/officeDocument/2006/relationships/tags" Target="../tags/tag888.xml"/><Relationship Id="rId7" Type="http://schemas.openxmlformats.org/officeDocument/2006/relationships/tags" Target="../tags/tag887.xml"/><Relationship Id="rId6" Type="http://schemas.openxmlformats.org/officeDocument/2006/relationships/tags" Target="../tags/tag886.xml"/><Relationship Id="rId5" Type="http://schemas.openxmlformats.org/officeDocument/2006/relationships/tags" Target="../tags/tag885.xml"/><Relationship Id="rId4" Type="http://schemas.openxmlformats.org/officeDocument/2006/relationships/tags" Target="../tags/tag884.xml"/><Relationship Id="rId3" Type="http://schemas.openxmlformats.org/officeDocument/2006/relationships/tags" Target="../tags/tag883.xml"/><Relationship Id="rId2" Type="http://schemas.openxmlformats.org/officeDocument/2006/relationships/tags" Target="../tags/tag882.xml"/><Relationship Id="rId1" Type="http://schemas.openxmlformats.org/officeDocument/2006/relationships/slideMaster" Target="../slideMasters/slideMaster7.xml"/></Relationships>
</file>

<file path=ppt/slideLayouts/_rels/slideLayout113.xml.rels><?xml version="1.0" encoding="UTF-8" standalone="yes"?>
<Relationships xmlns="http://schemas.openxmlformats.org/package/2006/relationships"><Relationship Id="rId9" Type="http://schemas.openxmlformats.org/officeDocument/2006/relationships/tags" Target="../tags/tag896.xml"/><Relationship Id="rId8" Type="http://schemas.openxmlformats.org/officeDocument/2006/relationships/tags" Target="../tags/tag895.xml"/><Relationship Id="rId7" Type="http://schemas.openxmlformats.org/officeDocument/2006/relationships/tags" Target="../tags/tag894.xml"/><Relationship Id="rId6" Type="http://schemas.openxmlformats.org/officeDocument/2006/relationships/tags" Target="../tags/tag893.xml"/><Relationship Id="rId5" Type="http://schemas.openxmlformats.org/officeDocument/2006/relationships/tags" Target="../tags/tag892.xml"/><Relationship Id="rId4" Type="http://schemas.openxmlformats.org/officeDocument/2006/relationships/tags" Target="../tags/tag891.xml"/><Relationship Id="rId3" Type="http://schemas.openxmlformats.org/officeDocument/2006/relationships/tags" Target="../tags/tag890.xml"/><Relationship Id="rId2" Type="http://schemas.openxmlformats.org/officeDocument/2006/relationships/tags" Target="../tags/tag889.xml"/><Relationship Id="rId13" Type="http://schemas.openxmlformats.org/officeDocument/2006/relationships/tags" Target="../tags/tag900.xml"/><Relationship Id="rId12" Type="http://schemas.openxmlformats.org/officeDocument/2006/relationships/tags" Target="../tags/tag899.xml"/><Relationship Id="rId11" Type="http://schemas.openxmlformats.org/officeDocument/2006/relationships/tags" Target="../tags/tag898.xml"/><Relationship Id="rId10" Type="http://schemas.openxmlformats.org/officeDocument/2006/relationships/tags" Target="../tags/tag897.xml"/><Relationship Id="rId1" Type="http://schemas.openxmlformats.org/officeDocument/2006/relationships/slideMaster" Target="../slideMasters/slideMaster7.xml"/></Relationships>
</file>

<file path=ppt/slideLayouts/_rels/slideLayout114.xml.rels><?xml version="1.0" encoding="UTF-8" standalone="yes"?>
<Relationships xmlns="http://schemas.openxmlformats.org/package/2006/relationships"><Relationship Id="rId9" Type="http://schemas.openxmlformats.org/officeDocument/2006/relationships/tags" Target="../tags/tag908.xml"/><Relationship Id="rId8" Type="http://schemas.openxmlformats.org/officeDocument/2006/relationships/tags" Target="../tags/tag907.xml"/><Relationship Id="rId7" Type="http://schemas.openxmlformats.org/officeDocument/2006/relationships/tags" Target="../tags/tag906.xml"/><Relationship Id="rId6" Type="http://schemas.openxmlformats.org/officeDocument/2006/relationships/tags" Target="../tags/tag905.xml"/><Relationship Id="rId5" Type="http://schemas.openxmlformats.org/officeDocument/2006/relationships/tags" Target="../tags/tag904.xml"/><Relationship Id="rId4" Type="http://schemas.openxmlformats.org/officeDocument/2006/relationships/tags" Target="../tags/tag903.xml"/><Relationship Id="rId3" Type="http://schemas.openxmlformats.org/officeDocument/2006/relationships/tags" Target="../tags/tag902.xml"/><Relationship Id="rId2" Type="http://schemas.openxmlformats.org/officeDocument/2006/relationships/tags" Target="../tags/tag901.xml"/><Relationship Id="rId11" Type="http://schemas.openxmlformats.org/officeDocument/2006/relationships/tags" Target="../tags/tag910.xml"/><Relationship Id="rId10" Type="http://schemas.openxmlformats.org/officeDocument/2006/relationships/tags" Target="../tags/tag909.xml"/><Relationship Id="rId1" Type="http://schemas.openxmlformats.org/officeDocument/2006/relationships/slideMaster" Target="../slideMasters/slideMaster7.xml"/></Relationships>
</file>

<file path=ppt/slideLayouts/_rels/slideLayout115.xml.rels><?xml version="1.0" encoding="UTF-8" standalone="yes"?>
<Relationships xmlns="http://schemas.openxmlformats.org/package/2006/relationships"><Relationship Id="rId9" Type="http://schemas.openxmlformats.org/officeDocument/2006/relationships/tags" Target="../tags/tag918.xml"/><Relationship Id="rId8" Type="http://schemas.openxmlformats.org/officeDocument/2006/relationships/tags" Target="../tags/tag917.xml"/><Relationship Id="rId7" Type="http://schemas.openxmlformats.org/officeDocument/2006/relationships/tags" Target="../tags/tag916.xml"/><Relationship Id="rId6" Type="http://schemas.openxmlformats.org/officeDocument/2006/relationships/tags" Target="../tags/tag915.xml"/><Relationship Id="rId5" Type="http://schemas.openxmlformats.org/officeDocument/2006/relationships/tags" Target="../tags/tag914.xml"/><Relationship Id="rId4" Type="http://schemas.openxmlformats.org/officeDocument/2006/relationships/tags" Target="../tags/tag913.xml"/><Relationship Id="rId3" Type="http://schemas.openxmlformats.org/officeDocument/2006/relationships/tags" Target="../tags/tag912.xml"/><Relationship Id="rId2" Type="http://schemas.openxmlformats.org/officeDocument/2006/relationships/tags" Target="../tags/tag911.xml"/><Relationship Id="rId11" Type="http://schemas.openxmlformats.org/officeDocument/2006/relationships/tags" Target="../tags/tag920.xml"/><Relationship Id="rId10" Type="http://schemas.openxmlformats.org/officeDocument/2006/relationships/tags" Target="../tags/tag919.xml"/><Relationship Id="rId1" Type="http://schemas.openxmlformats.org/officeDocument/2006/relationships/slideMaster" Target="../slideMasters/slideMaster7.xml"/></Relationships>
</file>

<file path=ppt/slideLayouts/_rels/slideLayout116.xml.rels><?xml version="1.0" encoding="UTF-8" standalone="yes"?>
<Relationships xmlns="http://schemas.openxmlformats.org/package/2006/relationships"><Relationship Id="rId9" Type="http://schemas.openxmlformats.org/officeDocument/2006/relationships/tags" Target="../tags/tag928.xml"/><Relationship Id="rId8" Type="http://schemas.openxmlformats.org/officeDocument/2006/relationships/tags" Target="../tags/tag927.xml"/><Relationship Id="rId7" Type="http://schemas.openxmlformats.org/officeDocument/2006/relationships/tags" Target="../tags/tag926.xml"/><Relationship Id="rId6" Type="http://schemas.openxmlformats.org/officeDocument/2006/relationships/tags" Target="../tags/tag925.xml"/><Relationship Id="rId5" Type="http://schemas.openxmlformats.org/officeDocument/2006/relationships/tags" Target="../tags/tag924.xml"/><Relationship Id="rId4" Type="http://schemas.openxmlformats.org/officeDocument/2006/relationships/tags" Target="../tags/tag923.xml"/><Relationship Id="rId3" Type="http://schemas.openxmlformats.org/officeDocument/2006/relationships/tags" Target="../tags/tag922.xml"/><Relationship Id="rId2" Type="http://schemas.openxmlformats.org/officeDocument/2006/relationships/tags" Target="../tags/tag921.xml"/><Relationship Id="rId11" Type="http://schemas.openxmlformats.org/officeDocument/2006/relationships/tags" Target="../tags/tag930.xml"/><Relationship Id="rId10" Type="http://schemas.openxmlformats.org/officeDocument/2006/relationships/tags" Target="../tags/tag929.xml"/><Relationship Id="rId1" Type="http://schemas.openxmlformats.org/officeDocument/2006/relationships/slideMaster" Target="../slideMasters/slideMaster7.xml"/></Relationships>
</file>

<file path=ppt/slideLayouts/_rels/slideLayout117.xml.rels><?xml version="1.0" encoding="UTF-8" standalone="yes"?>
<Relationships xmlns="http://schemas.openxmlformats.org/package/2006/relationships"><Relationship Id="rId9" Type="http://schemas.openxmlformats.org/officeDocument/2006/relationships/tags" Target="../tags/tag938.xml"/><Relationship Id="rId8" Type="http://schemas.openxmlformats.org/officeDocument/2006/relationships/tags" Target="../tags/tag937.xml"/><Relationship Id="rId7" Type="http://schemas.openxmlformats.org/officeDocument/2006/relationships/tags" Target="../tags/tag936.xml"/><Relationship Id="rId6" Type="http://schemas.openxmlformats.org/officeDocument/2006/relationships/tags" Target="../tags/tag935.xml"/><Relationship Id="rId5" Type="http://schemas.openxmlformats.org/officeDocument/2006/relationships/tags" Target="../tags/tag934.xml"/><Relationship Id="rId4" Type="http://schemas.openxmlformats.org/officeDocument/2006/relationships/tags" Target="../tags/tag933.xml"/><Relationship Id="rId3" Type="http://schemas.openxmlformats.org/officeDocument/2006/relationships/tags" Target="../tags/tag932.xml"/><Relationship Id="rId2" Type="http://schemas.openxmlformats.org/officeDocument/2006/relationships/tags" Target="../tags/tag931.xml"/><Relationship Id="rId13" Type="http://schemas.openxmlformats.org/officeDocument/2006/relationships/tags" Target="../tags/tag942.xml"/><Relationship Id="rId12" Type="http://schemas.openxmlformats.org/officeDocument/2006/relationships/tags" Target="../tags/tag941.xml"/><Relationship Id="rId11" Type="http://schemas.openxmlformats.org/officeDocument/2006/relationships/tags" Target="../tags/tag940.xml"/><Relationship Id="rId10" Type="http://schemas.openxmlformats.org/officeDocument/2006/relationships/tags" Target="../tags/tag939.xml"/><Relationship Id="rId1" Type="http://schemas.openxmlformats.org/officeDocument/2006/relationships/slideMaster" Target="../slideMasters/slideMaster7.xml"/></Relationships>
</file>

<file path=ppt/slideLayouts/_rels/slideLayout118.xml.rels><?xml version="1.0" encoding="UTF-8" standalone="yes"?>
<Relationships xmlns="http://schemas.openxmlformats.org/package/2006/relationships"><Relationship Id="rId9" Type="http://schemas.openxmlformats.org/officeDocument/2006/relationships/tags" Target="../tags/tag950.xml"/><Relationship Id="rId8" Type="http://schemas.openxmlformats.org/officeDocument/2006/relationships/tags" Target="../tags/tag949.xml"/><Relationship Id="rId7" Type="http://schemas.openxmlformats.org/officeDocument/2006/relationships/tags" Target="../tags/tag948.xml"/><Relationship Id="rId6" Type="http://schemas.openxmlformats.org/officeDocument/2006/relationships/tags" Target="../tags/tag947.xml"/><Relationship Id="rId5" Type="http://schemas.openxmlformats.org/officeDocument/2006/relationships/tags" Target="../tags/tag946.xml"/><Relationship Id="rId4" Type="http://schemas.openxmlformats.org/officeDocument/2006/relationships/tags" Target="../tags/tag945.xml"/><Relationship Id="rId3" Type="http://schemas.openxmlformats.org/officeDocument/2006/relationships/tags" Target="../tags/tag944.xml"/><Relationship Id="rId2" Type="http://schemas.openxmlformats.org/officeDocument/2006/relationships/tags" Target="../tags/tag943.xml"/><Relationship Id="rId13" Type="http://schemas.openxmlformats.org/officeDocument/2006/relationships/tags" Target="../tags/tag954.xml"/><Relationship Id="rId12" Type="http://schemas.openxmlformats.org/officeDocument/2006/relationships/tags" Target="../tags/tag953.xml"/><Relationship Id="rId11" Type="http://schemas.openxmlformats.org/officeDocument/2006/relationships/tags" Target="../tags/tag952.xml"/><Relationship Id="rId10" Type="http://schemas.openxmlformats.org/officeDocument/2006/relationships/tags" Target="../tags/tag951.xml"/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-127311" y="5"/>
            <a:ext cx="12429370" cy="2108195"/>
            <a:chOff x="-127311" y="5"/>
            <a:chExt cx="12429370" cy="2108195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 rot="4971377">
              <a:off x="5633770" y="-4560088"/>
              <a:ext cx="907207" cy="12429370"/>
            </a:xfrm>
            <a:custGeom>
              <a:avLst/>
              <a:gdLst>
                <a:gd name="connsiteX0" fmla="*/ 0 w 1132861"/>
                <a:gd name="connsiteY0" fmla="*/ 0 h 12429370"/>
                <a:gd name="connsiteX1" fmla="*/ 421422 w 1132861"/>
                <a:gd name="connsiteY1" fmla="*/ 52817 h 12429370"/>
                <a:gd name="connsiteX2" fmla="*/ 1132861 w 1132861"/>
                <a:gd name="connsiteY2" fmla="*/ 12429370 h 12429370"/>
                <a:gd name="connsiteX3" fmla="*/ 0 w 1132861"/>
                <a:gd name="connsiteY3" fmla="*/ 12287388 h 124293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32861" h="12429370">
                  <a:moveTo>
                    <a:pt x="0" y="0"/>
                  </a:moveTo>
                  <a:lnTo>
                    <a:pt x="421422" y="52817"/>
                  </a:lnTo>
                  <a:lnTo>
                    <a:pt x="1132861" y="12429370"/>
                  </a:lnTo>
                  <a:lnTo>
                    <a:pt x="0" y="12287388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任意多边形: 形状 8"/>
            <p:cNvSpPr/>
            <p:nvPr>
              <p:custDataLst>
                <p:tags r:id="rId4"/>
              </p:custDataLst>
            </p:nvPr>
          </p:nvSpPr>
          <p:spPr>
            <a:xfrm rot="5400000">
              <a:off x="5215200" y="-5215203"/>
              <a:ext cx="1761592" cy="12192007"/>
            </a:xfrm>
            <a:custGeom>
              <a:avLst/>
              <a:gdLst>
                <a:gd name="connsiteX0" fmla="*/ 0 w 1930397"/>
                <a:gd name="connsiteY0" fmla="*/ 12192007 h 12192007"/>
                <a:gd name="connsiteX1" fmla="*/ 0 w 1930397"/>
                <a:gd name="connsiteY1" fmla="*/ 0 h 12192007"/>
                <a:gd name="connsiteX2" fmla="*/ 758239 w 1930397"/>
                <a:gd name="connsiteY2" fmla="*/ 0 h 12192007"/>
                <a:gd name="connsiteX3" fmla="*/ 1930397 w 1930397"/>
                <a:gd name="connsiteY3" fmla="*/ 12192007 h 121920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930397" h="12192007">
                  <a:moveTo>
                    <a:pt x="0" y="12192007"/>
                  </a:moveTo>
                  <a:lnTo>
                    <a:pt x="0" y="0"/>
                  </a:lnTo>
                  <a:lnTo>
                    <a:pt x="758239" y="0"/>
                  </a:lnTo>
                  <a:lnTo>
                    <a:pt x="1930397" y="12192007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任意多边形: 形状 9"/>
            <p:cNvSpPr/>
            <p:nvPr>
              <p:custDataLst>
                <p:tags r:id="rId5"/>
              </p:custDataLst>
            </p:nvPr>
          </p:nvSpPr>
          <p:spPr>
            <a:xfrm rot="5107084">
              <a:off x="4552342" y="-3275210"/>
              <a:ext cx="536239" cy="9742831"/>
            </a:xfrm>
            <a:custGeom>
              <a:avLst/>
              <a:gdLst>
                <a:gd name="connsiteX0" fmla="*/ 0 w 587624"/>
                <a:gd name="connsiteY0" fmla="*/ 0 h 9742831"/>
                <a:gd name="connsiteX1" fmla="*/ 587624 w 587624"/>
                <a:gd name="connsiteY1" fmla="*/ 9742831 h 9742831"/>
                <a:gd name="connsiteX2" fmla="*/ 0 w 587624"/>
                <a:gd name="connsiteY2" fmla="*/ 9685968 h 97428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87624" h="9742831">
                  <a:moveTo>
                    <a:pt x="0" y="0"/>
                  </a:moveTo>
                  <a:lnTo>
                    <a:pt x="587624" y="9742831"/>
                  </a:lnTo>
                  <a:lnTo>
                    <a:pt x="0" y="9685968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15897560">
              <a:off x="9001004" y="-1390393"/>
              <a:ext cx="846410" cy="5663579"/>
            </a:xfrm>
            <a:custGeom>
              <a:avLst/>
              <a:gdLst>
                <a:gd name="connsiteX0" fmla="*/ 927517 w 927517"/>
                <a:gd name="connsiteY0" fmla="*/ 5663579 h 5663579"/>
                <a:gd name="connsiteX1" fmla="*/ 0 w 927517"/>
                <a:gd name="connsiteY1" fmla="*/ 5577535 h 5663579"/>
                <a:gd name="connsiteX2" fmla="*/ 419317 w 927517"/>
                <a:gd name="connsiteY2" fmla="*/ 0 h 56635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27517" h="5663579">
                  <a:moveTo>
                    <a:pt x="927517" y="5663579"/>
                  </a:moveTo>
                  <a:lnTo>
                    <a:pt x="0" y="5577535"/>
                  </a:lnTo>
                  <a:lnTo>
                    <a:pt x="419317" y="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2" name="等腰三角形 11"/>
          <p:cNvSpPr/>
          <p:nvPr userDrawn="1">
            <p:custDataLst>
              <p:tags r:id="rId7"/>
            </p:custDataLst>
          </p:nvPr>
        </p:nvSpPr>
        <p:spPr>
          <a:xfrm rot="16200000">
            <a:off x="7826138" y="2492134"/>
            <a:ext cx="997432" cy="7734300"/>
          </a:xfrm>
          <a:prstGeom prst="triangle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"/>
            </p:custDataLst>
          </p:nvPr>
        </p:nvSpPr>
        <p:spPr>
          <a:xfrm>
            <a:off x="2730319" y="2702794"/>
            <a:ext cx="7117545" cy="1118535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60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9"/>
            </p:custDataLst>
          </p:nvPr>
        </p:nvSpPr>
        <p:spPr>
          <a:xfrm>
            <a:off x="2730319" y="3886684"/>
            <a:ext cx="7117545" cy="676319"/>
          </a:xfrm>
        </p:spPr>
        <p:txBody>
          <a:bodyPr lIns="90000" tIns="46800" rIns="90000" bIns="46800" anchor="t">
            <a:normAutofit/>
          </a:bodyPr>
          <a:lstStyle>
            <a:lvl1pPr marL="0" indent="0" algn="ctr" eaLnBrk="1" fontAlgn="auto" latinLnBrk="0" hangingPunct="1">
              <a:lnSpc>
                <a:spcPct val="100000"/>
              </a:lnSpc>
              <a:buNone/>
              <a:defRPr sz="280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3" hasCustomPrompt="1"/>
            <p:custDataLst>
              <p:tags r:id="rId13"/>
            </p:custDataLst>
          </p:nvPr>
        </p:nvSpPr>
        <p:spPr>
          <a:xfrm>
            <a:off x="3630542" y="4681986"/>
            <a:ext cx="2523129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4" hasCustomPrompt="1"/>
            <p:custDataLst>
              <p:tags r:id="rId14"/>
            </p:custDataLst>
          </p:nvPr>
        </p:nvSpPr>
        <p:spPr>
          <a:xfrm>
            <a:off x="6402188" y="4681986"/>
            <a:ext cx="2523127" cy="412826"/>
          </a:xfrm>
        </p:spPr>
        <p:txBody>
          <a:bodyPr lIns="90000" tIns="46800" rIns="90000" bIns="46800" anchor="ctr" anchorCtr="0">
            <a:normAutofit/>
          </a:bodyPr>
          <a:lstStyle>
            <a:lvl1pPr marL="0" indent="0" algn="l">
              <a:lnSpc>
                <a:spcPct val="100000"/>
              </a:lnSpc>
              <a:buNone/>
              <a:defRPr sz="18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952508"/>
            <a:ext cx="10852237" cy="5388907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>
            <p:custDataLst>
              <p:tags r:id="rId2"/>
            </p:custDataLst>
          </p:nvPr>
        </p:nvGrpSpPr>
        <p:grpSpPr>
          <a:xfrm>
            <a:off x="4001597" y="5613400"/>
            <a:ext cx="8190403" cy="1244600"/>
            <a:chOff x="4001597" y="5613400"/>
            <a:chExt cx="8190403" cy="1244600"/>
          </a:xfrm>
        </p:grpSpPr>
        <p:sp>
          <p:nvSpPr>
            <p:cNvPr id="8" name="任意多边形: 形状 7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9" name="等腰三角形 8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 userDrawn="1">
            <p:custDataLst>
              <p:tags r:id="rId5"/>
            </p:custDataLst>
          </p:nvPr>
        </p:nvGrpSpPr>
        <p:grpSpPr>
          <a:xfrm>
            <a:off x="5187002" y="2377388"/>
            <a:ext cx="570170" cy="707886"/>
            <a:chOff x="10608342" y="5053054"/>
            <a:chExt cx="1583658" cy="1966165"/>
          </a:xfrm>
        </p:grpSpPr>
        <p:sp>
          <p:nvSpPr>
            <p:cNvPr id="11" name="任意多边形: 形状 10"/>
            <p:cNvSpPr/>
            <p:nvPr>
              <p:custDataLst>
                <p:tags r:id="rId6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等腰三角形 11"/>
            <p:cNvSpPr/>
            <p:nvPr>
              <p:custDataLst>
                <p:tags r:id="rId7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 fontScale="85000" lnSpcReduction="10000"/>
            </a:bodyPr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 userDrawn="1">
            <p:custDataLst>
              <p:tags r:id="rId8"/>
            </p:custDataLst>
          </p:nvPr>
        </p:nvGrpSpPr>
        <p:grpSpPr>
          <a:xfrm rot="10800000">
            <a:off x="-1" y="0"/>
            <a:ext cx="12192000" cy="1244600"/>
            <a:chOff x="4001597" y="5613400"/>
            <a:chExt cx="8190403" cy="1244600"/>
          </a:xfrm>
        </p:grpSpPr>
        <p:sp>
          <p:nvSpPr>
            <p:cNvPr id="15" name="任意多边形: 形状 14"/>
            <p:cNvSpPr/>
            <p:nvPr>
              <p:custDataLst>
                <p:tags r:id="rId9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等腰三角形 15"/>
            <p:cNvSpPr/>
            <p:nvPr>
              <p:custDataLst>
                <p:tags r:id="rId10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3500907" y="3090044"/>
            <a:ext cx="5190185" cy="740727"/>
          </a:xfrm>
        </p:spPr>
        <p:txBody>
          <a:bodyPr lIns="90170" tIns="46990" rIns="90170" bIns="0" anchor="b" anchorCtr="0">
            <a:normAutofit/>
          </a:bodyPr>
          <a:lstStyle>
            <a:lvl1pPr algn="ctr">
              <a:defRPr sz="4000" u="none" strike="noStrike" kern="1200" cap="none" spc="300" normalizeH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2"/>
            </p:custDataLst>
          </p:nvPr>
        </p:nvSpPr>
        <p:spPr>
          <a:xfrm>
            <a:off x="3500907" y="3883113"/>
            <a:ext cx="5190185" cy="1477027"/>
          </a:xfrm>
        </p:spPr>
        <p:txBody>
          <a:bodyPr lIns="90170" tIns="0" rIns="90170" bIns="46990">
            <a:normAutofit/>
          </a:bodyPr>
          <a:lstStyle>
            <a:lvl1pPr marL="0" indent="0" algn="ctr" eaLnBrk="1" fontAlgn="auto" latinLnBrk="0" hangingPunct="1">
              <a:buNone/>
              <a:defRPr kumimoji="0" lang="zh-CN" altLang="en-US" sz="200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/>
        <p:txBody>
          <a:bodyPr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/>
        <p:txBody>
          <a:bodyPr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90170" tIns="46990" rIns="90170" bIns="4699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90170" tIns="46990" rIns="90170" bIns="4699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7" y="952508"/>
            <a:ext cx="5283242" cy="5388907"/>
          </a:xfrm>
        </p:spPr>
        <p:txBody>
          <a:bodyPr lIns="90170" tIns="46990" rIns="90170" bIns="46990">
            <a:normAutofit/>
          </a:bodyPr>
          <a:lstStyle>
            <a:lvl1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16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69930" y="952508"/>
            <a:ext cx="5283242" cy="381003"/>
          </a:xfrm>
        </p:spPr>
        <p:txBody>
          <a:bodyPr lIns="101600" tIns="38100" rIns="76200" bIns="38100" anchor="t" anchorCtr="0">
            <a:no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00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69925" y="1406525"/>
            <a:ext cx="5283200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952508"/>
            <a:ext cx="5283242" cy="381003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00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406525"/>
            <a:ext cx="5283242" cy="4934752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组合 8"/>
          <p:cNvGrpSpPr/>
          <p:nvPr userDrawn="1">
            <p:custDataLst>
              <p:tags r:id="rId2"/>
            </p:custDataLst>
          </p:nvPr>
        </p:nvGrpSpPr>
        <p:grpSpPr>
          <a:xfrm>
            <a:off x="10608342" y="5053054"/>
            <a:ext cx="1583658" cy="1966165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3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>
              <p:custDataLst>
                <p:tags r:id="rId4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930" y="443234"/>
            <a:ext cx="10852237" cy="441964"/>
          </a:xfrm>
        </p:spPr>
        <p:txBody>
          <a:bodyPr vert="horz" lIns="101600" tIns="38100" rIns="76200" bIns="38100" rtlCol="0" anchor="t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69930" y="952508"/>
            <a:ext cx="5283242" cy="5388907"/>
          </a:xfrm>
        </p:spPr>
        <p:txBody>
          <a:bodyPr vert="horz" lIns="101600" tIns="0" rIns="82550" bIns="0" rtlCol="0">
            <a:no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6238925" y="952508"/>
            <a:ext cx="5283242" cy="5388907"/>
          </a:xfrm>
        </p:spPr>
        <p:txBody>
          <a:bodyPr vert="horz" lIns="101600" tIns="0" rIns="82550" bIns="0" rtlCol="0">
            <a:norm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571135" y="952508"/>
            <a:ext cx="950984" cy="5388907"/>
          </a:xfrm>
        </p:spPr>
        <p:txBody>
          <a:bodyPr vert="eaVert" lIns="101600" tIns="38100" rIns="76200" bIns="38100" rtlCol="0" anchor="ctr" anchorCtr="0">
            <a:no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400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69925" y="952500"/>
            <a:ext cx="9828101" cy="5388907"/>
          </a:xfrm>
        </p:spPr>
        <p:txBody>
          <a:bodyPr vert="eaVert"/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69930" y="952508"/>
            <a:ext cx="10852237" cy="5388907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3588374" y="2588654"/>
            <a:ext cx="5015250" cy="1519707"/>
          </a:xfrm>
        </p:spPr>
        <p:txBody>
          <a:bodyPr vert="horz" lIns="90170" tIns="46990" rIns="90170" bIns="46990" rtlCol="0" anchor="ctr" anchorCtr="0">
            <a:normAutofit/>
          </a:bodyPr>
          <a:lstStyle>
            <a:lvl1pPr marL="0" marR="0" algn="ctr" defTabSz="914400" rtl="0" eaLnBrk="1" fontAlgn="auto" latinLnBrk="0" hangingPunct="1">
              <a:lnSpc>
                <a:spcPct val="100000"/>
              </a:lnSpc>
              <a:buNone/>
              <a:defRPr kumimoji="0" lang="zh-CN" altLang="en-US" sz="8000" b="1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lIns="90170" tIns="46990" rIns="90170" bIns="46990">
            <a:normAutofit/>
          </a:bodyPr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6" name="组合 5"/>
          <p:cNvGrpSpPr/>
          <p:nvPr userDrawn="1">
            <p:custDataLst>
              <p:tags r:id="rId6"/>
            </p:custDataLst>
          </p:nvPr>
        </p:nvGrpSpPr>
        <p:grpSpPr>
          <a:xfrm flipH="1">
            <a:off x="8603626" y="3112882"/>
            <a:ext cx="436739" cy="542227"/>
            <a:chOff x="10608342" y="5053054"/>
            <a:chExt cx="1583658" cy="1966165"/>
          </a:xfrm>
        </p:grpSpPr>
        <p:sp>
          <p:nvSpPr>
            <p:cNvPr id="7" name="任意多边形: 形状 6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 dirty="0"/>
            </a:p>
          </p:txBody>
        </p:sp>
        <p:sp>
          <p:nvSpPr>
            <p:cNvPr id="8" name="等腰三角形 7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" name="组合 8"/>
          <p:cNvGrpSpPr/>
          <p:nvPr userDrawn="1">
            <p:custDataLst>
              <p:tags r:id="rId9"/>
            </p:custDataLst>
          </p:nvPr>
        </p:nvGrpSpPr>
        <p:grpSpPr>
          <a:xfrm>
            <a:off x="3151635" y="3119499"/>
            <a:ext cx="436739" cy="542227"/>
            <a:chOff x="10608342" y="5053054"/>
            <a:chExt cx="1583658" cy="1966165"/>
          </a:xfrm>
        </p:grpSpPr>
        <p:sp>
          <p:nvSpPr>
            <p:cNvPr id="10" name="任意多边形: 形状 9"/>
            <p:cNvSpPr/>
            <p:nvPr>
              <p:custDataLst>
                <p:tags r:id="rId10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11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0170" tIns="46990" rIns="90170" bIns="46990" rtlCol="0" anchor="ctr">
              <a:normAutofit fontScale="55000" lnSpcReduction="20000"/>
            </a:bodyPr>
            <a:lstStyle/>
            <a:p>
              <a:pPr algn="ctr"/>
              <a:endParaRPr lang="zh-CN" altLang="en-US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9" name="任意多边形: 形状 8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等腰三角形 9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5"/>
            </p:custDataLst>
          </p:nvPr>
        </p:nvSpPr>
        <p:spPr>
          <a:xfrm>
            <a:off x="838200" y="794326"/>
            <a:ext cx="10515600" cy="540484"/>
          </a:xfrm>
        </p:spPr>
        <p:txBody>
          <a:bodyPr>
            <a:normAutofit/>
          </a:bodyPr>
          <a:lstStyle>
            <a:lvl1pPr>
              <a:defRPr sz="2200" b="1" spc="2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单击此处添加标题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6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7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"/>
            </p:custDataLst>
          </p:nvPr>
        </p:nvSpPr>
        <p:spPr/>
        <p:txBody>
          <a:bodyPr/>
          <a:lstStyle>
            <a:lvl1pPr>
              <a:defRPr baseline="0">
                <a:latin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735" y="304165"/>
            <a:ext cx="11606530" cy="62496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>
            <a:off x="11009630" y="351790"/>
            <a:ext cx="737870" cy="916305"/>
            <a:chOff x="10608342" y="5053054"/>
            <a:chExt cx="1583658" cy="1966165"/>
          </a:xfrm>
        </p:grpSpPr>
        <p:sp>
          <p:nvSpPr>
            <p:cNvPr id="12" name="任意多边形: 形状 11"/>
            <p:cNvSpPr/>
            <p:nvPr>
              <p:custDataLst>
                <p:tags r:id="rId4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3" name="等腰三角形 12"/>
            <p:cNvSpPr/>
            <p:nvPr>
              <p:custDataLst>
                <p:tags r:id="rId5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grpSp>
        <p:nvGrpSpPr>
          <p:cNvPr id="14" name="组合 13"/>
          <p:cNvGrpSpPr/>
          <p:nvPr userDrawn="1">
            <p:custDataLst>
              <p:tags r:id="rId6"/>
            </p:custDataLst>
          </p:nvPr>
        </p:nvGrpSpPr>
        <p:grpSpPr>
          <a:xfrm rot="5400000">
            <a:off x="443865" y="5584825"/>
            <a:ext cx="737870" cy="916305"/>
            <a:chOff x="10608342" y="5053054"/>
            <a:chExt cx="1583658" cy="1966165"/>
          </a:xfrm>
        </p:grpSpPr>
        <p:sp>
          <p:nvSpPr>
            <p:cNvPr id="16" name="任意多边形: 形状 15"/>
            <p:cNvSpPr/>
            <p:nvPr>
              <p:custDataLst>
                <p:tags r:id="rId7"/>
              </p:custDataLst>
            </p:nvPr>
          </p:nvSpPr>
          <p:spPr>
            <a:xfrm rot="697528">
              <a:off x="10608342" y="5053054"/>
              <a:ext cx="1399913" cy="1966165"/>
            </a:xfrm>
            <a:custGeom>
              <a:avLst/>
              <a:gdLst>
                <a:gd name="connsiteX0" fmla="*/ 1399913 w 1399913"/>
                <a:gd name="connsiteY0" fmla="*/ 0 h 1966165"/>
                <a:gd name="connsiteX1" fmla="*/ 1399913 w 1399913"/>
                <a:gd name="connsiteY1" fmla="*/ 1678156 h 1966165"/>
                <a:gd name="connsiteX2" fmla="*/ 0 w 1399913"/>
                <a:gd name="connsiteY2" fmla="*/ 1966165 h 19661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399913" h="1966165">
                  <a:moveTo>
                    <a:pt x="1399913" y="0"/>
                  </a:moveTo>
                  <a:lnTo>
                    <a:pt x="1399913" y="1678156"/>
                  </a:lnTo>
                  <a:lnTo>
                    <a:pt x="0" y="1966165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8"/>
              </p:custDataLst>
            </p:nvPr>
          </p:nvSpPr>
          <p:spPr>
            <a:xfrm>
              <a:off x="10960100" y="5207000"/>
              <a:ext cx="1231900" cy="1651000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 hasCustomPrompt="1"/>
            <p:custDataLst>
              <p:tags r:id="rId10"/>
            </p:custDataLst>
          </p:nvPr>
        </p:nvSpPr>
        <p:spPr>
          <a:xfrm>
            <a:off x="1281113" y="2163600"/>
            <a:ext cx="9626600" cy="3445200"/>
          </a:xfrm>
        </p:spPr>
        <p:txBody>
          <a:bodyPr>
            <a:normAutofit/>
          </a:bodyPr>
          <a:lstStyle>
            <a:lvl1pPr marL="0" indent="0"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单击此处添加文本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5863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3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>
            <a:normAutofit/>
          </a:bodyPr>
          <a:lstStyle>
            <a:lvl1pPr>
              <a:defRPr sz="32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586800" y="1764000"/>
            <a:ext cx="3956400" cy="4093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5101200" y="769938"/>
            <a:ext cx="6480000" cy="5087937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 dirty="0"/>
          </a:p>
        </p:txBody>
      </p:sp>
      <p:grpSp>
        <p:nvGrpSpPr>
          <p:cNvPr id="11" name="组合 10"/>
          <p:cNvGrpSpPr/>
          <p:nvPr userDrawn="1">
            <p:custDataLst>
              <p:tags r:id="rId9"/>
            </p:custDataLst>
          </p:nvPr>
        </p:nvGrpSpPr>
        <p:grpSpPr>
          <a:xfrm>
            <a:off x="-1" y="0"/>
            <a:ext cx="4823460" cy="769938"/>
            <a:chOff x="-1" y="0"/>
            <a:chExt cx="4823460" cy="769938"/>
          </a:xfrm>
        </p:grpSpPr>
        <p:sp>
          <p:nvSpPr>
            <p:cNvPr id="12" name="任意多边形: 形状 11"/>
            <p:cNvSpPr/>
            <p:nvPr>
              <p:custDataLst>
                <p:tags r:id="rId10"/>
              </p:custDataLst>
            </p:nvPr>
          </p:nvSpPr>
          <p:spPr>
            <a:xfrm rot="10800000">
              <a:off x="0" y="0"/>
              <a:ext cx="4823459" cy="769938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11"/>
              </p:custDataLst>
            </p:nvPr>
          </p:nvSpPr>
          <p:spPr>
            <a:xfrm rot="10800000">
              <a:off x="-1" y="0"/>
              <a:ext cx="3754576" cy="562171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4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6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7"/>
            </p:custDataLst>
          </p:nvPr>
        </p:nvSpPr>
        <p:spPr>
          <a:xfrm>
            <a:off x="612000" y="1659600"/>
            <a:ext cx="10975975" cy="828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 userDrawn="1">
            <p:ph sz="quarter" idx="14"/>
            <p:custDataLst>
              <p:tags r:id="rId8"/>
            </p:custDataLst>
          </p:nvPr>
        </p:nvSpPr>
        <p:spPr>
          <a:xfrm>
            <a:off x="612775" y="2808000"/>
            <a:ext cx="10965600" cy="34308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9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10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11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>
            <p:custDataLst>
              <p:tags r:id="rId2"/>
            </p:custDataLst>
          </p:nvPr>
        </p:nvGrpSpPr>
        <p:grpSpPr>
          <a:xfrm flipV="1">
            <a:off x="5921829" y="0"/>
            <a:ext cx="6270171" cy="812800"/>
            <a:chOff x="4001597" y="5613400"/>
            <a:chExt cx="8190403" cy="1244600"/>
          </a:xfrm>
        </p:grpSpPr>
        <p:sp>
          <p:nvSpPr>
            <p:cNvPr id="14" name="任意多边形: 形状 13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5" name="等腰三角形 14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13" name="矩形 12"/>
          <p:cNvSpPr/>
          <p:nvPr userDrawn="1">
            <p:custDataLst>
              <p:tags r:id="rId5"/>
            </p:custDataLst>
          </p:nvPr>
        </p:nvSpPr>
        <p:spPr>
          <a:xfrm>
            <a:off x="0" y="50419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04520" y="669290"/>
            <a:ext cx="10976610" cy="565150"/>
          </a:xfrm>
        </p:spPr>
        <p:txBody>
          <a:bodyPr anchor="ctr"/>
          <a:lstStyle>
            <a:lvl1pPr algn="ctr">
              <a:lnSpc>
                <a:spcPct val="100000"/>
              </a:lnSpc>
              <a:defRPr sz="32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7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 userDrawn="1">
            <p:ph sz="quarter" idx="13"/>
            <p:custDataLst>
              <p:tags r:id="rId10"/>
            </p:custDataLst>
          </p:nvPr>
        </p:nvSpPr>
        <p:spPr>
          <a:xfrm>
            <a:off x="604837" y="1681200"/>
            <a:ext cx="10990800" cy="321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 userDrawn="1">
            <p:ph type="body" sz="quarter" idx="14"/>
            <p:custDataLst>
              <p:tags r:id="rId11"/>
            </p:custDataLst>
          </p:nvPr>
        </p:nvSpPr>
        <p:spPr>
          <a:xfrm>
            <a:off x="594000" y="5180400"/>
            <a:ext cx="11001600" cy="10116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1600" u="none" strike="noStrike" kern="1200" cap="none" spc="0" normalizeH="0" baseline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15"/>
          <p:cNvGrpSpPr/>
          <p:nvPr userDrawn="1">
            <p:custDataLst>
              <p:tags r:id="rId2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17" name="任意多边形: 形状 16"/>
            <p:cNvSpPr/>
            <p:nvPr>
              <p:custDataLst>
                <p:tags r:id="rId3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</a:endParaRPr>
            </a:p>
          </p:txBody>
        </p:sp>
        <p:sp>
          <p:nvSpPr>
            <p:cNvPr id="18" name="等腰三角形 17"/>
            <p:cNvSpPr/>
            <p:nvPr>
              <p:custDataLst>
                <p:tags r:id="rId4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sp>
        <p:nvSpPr>
          <p:cNvPr id="15" name="矩形 14"/>
          <p:cNvSpPr/>
          <p:nvPr userDrawn="1">
            <p:custDataLst>
              <p:tags r:id="rId5"/>
            </p:custDataLst>
          </p:nvPr>
        </p:nvSpPr>
        <p:spPr>
          <a:xfrm>
            <a:off x="0" y="0"/>
            <a:ext cx="12192000" cy="914407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 altLang="zh-CN">
              <a:solidFill>
                <a:schemeClr val="bg1"/>
              </a:solidFill>
              <a:latin typeface="Viner Hand ITC" panose="03070502030502020203" charset="0"/>
              <a:ea typeface="微软雅黑" panose="020B0503020204020204" charset="-122"/>
              <a:cs typeface="Viner Hand ITC" panose="03070502030502020203" charset="0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79600" y="237600"/>
            <a:ext cx="11037600" cy="441964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defRPr sz="2400" b="1" u="none" strike="noStrike" kern="1200" cap="none" spc="0" normalizeH="0" baseline="0">
                <a:solidFill>
                  <a:schemeClr val="bg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6242400" y="1663200"/>
            <a:ext cx="5367600" cy="28944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4572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2pPr>
            <a:lvl3pPr marL="9144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3pPr>
            <a:lvl4pPr marL="13716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4pPr>
            <a:lvl5pPr marL="1828800" indent="0">
              <a:lnSpc>
                <a:spcPct val="130000"/>
              </a:lnSpc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2"/>
            </p:custDataLst>
          </p:nvPr>
        </p:nvSpPr>
        <p:spPr>
          <a:xfrm>
            <a:off x="572400" y="4816800"/>
            <a:ext cx="53424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3"/>
            </p:custDataLst>
          </p:nvPr>
        </p:nvSpPr>
        <p:spPr>
          <a:xfrm>
            <a:off x="6253200" y="4813200"/>
            <a:ext cx="5367600" cy="781200"/>
          </a:xfrm>
        </p:spPr>
        <p:txBody>
          <a:bodyPr>
            <a:normAutofit/>
          </a:bodyPr>
          <a:lstStyle>
            <a:lvl1pPr marL="0" indent="0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bg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grpSp>
        <p:nvGrpSpPr>
          <p:cNvPr id="15" name="组合 14"/>
          <p:cNvGrpSpPr/>
          <p:nvPr userDrawn="1">
            <p:custDataLst>
              <p:tags r:id="rId3"/>
            </p:custDataLst>
          </p:nvPr>
        </p:nvGrpSpPr>
        <p:grpSpPr>
          <a:xfrm rot="10800000">
            <a:off x="0" y="0"/>
            <a:ext cx="5457825" cy="1529715"/>
            <a:chOff x="4001597" y="5613400"/>
            <a:chExt cx="8190403" cy="1244600"/>
          </a:xfrm>
        </p:grpSpPr>
        <p:sp>
          <p:nvSpPr>
            <p:cNvPr id="16" name="任意多边形: 形状 15"/>
            <p:cNvSpPr/>
            <p:nvPr>
              <p:custDataLst>
                <p:tags r:id="rId4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5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</p:grpSp>
      <p:grpSp>
        <p:nvGrpSpPr>
          <p:cNvPr id="18" name="组合 17"/>
          <p:cNvGrpSpPr/>
          <p:nvPr userDrawn="1">
            <p:custDataLst>
              <p:tags r:id="rId6"/>
            </p:custDataLst>
          </p:nvPr>
        </p:nvGrpSpPr>
        <p:grpSpPr>
          <a:xfrm>
            <a:off x="6734175" y="5323840"/>
            <a:ext cx="5457825" cy="1529715"/>
            <a:chOff x="4001597" y="5613400"/>
            <a:chExt cx="8190403" cy="1244600"/>
          </a:xfrm>
        </p:grpSpPr>
        <p:sp>
          <p:nvSpPr>
            <p:cNvPr id="19" name="任意多边形: 形状 18"/>
            <p:cNvSpPr/>
            <p:nvPr>
              <p:custDataLst>
                <p:tags r:id="rId7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ea typeface="微软雅黑" panose="020B0503020204020204" charset="-122"/>
              </a:endParaRPr>
            </a:p>
          </p:txBody>
        </p:sp>
        <p:sp>
          <p:nvSpPr>
            <p:cNvPr id="20" name="等腰三角形 19"/>
            <p:cNvSpPr/>
            <p:nvPr>
              <p:custDataLst>
                <p:tags r:id="rId8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ea typeface="微软雅黑" panose="020B0503020204020204" charset="-122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="1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10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12"/>
            </p:custDataLst>
          </p:nvPr>
        </p:nvSpPr>
        <p:spPr/>
        <p:txBody>
          <a:bodyPr/>
          <a:lstStyle>
            <a:lvl1pPr>
              <a:defRPr u="none" strike="noStrike" kern="1200" cap="none" spc="0" normalizeH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 userDrawn="1">
            <p:ph type="body" sz="quarter" idx="13"/>
            <p:custDataLst>
              <p:tags r:id="rId13"/>
            </p:custDataLst>
          </p:nvPr>
        </p:nvSpPr>
        <p:spPr>
          <a:xfrm>
            <a:off x="1522413" y="3862800"/>
            <a:ext cx="9144000" cy="1656000"/>
          </a:xfrm>
        </p:spPr>
        <p:txBody>
          <a:bodyPr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  <a:defRPr sz="1600" u="none" strike="noStrike" kern="1200" cap="none" spc="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5" Type="http://schemas.openxmlformats.org/officeDocument/2006/relationships/theme" Target="../theme/theme2.xml"/><Relationship Id="rId24" Type="http://schemas.openxmlformats.org/officeDocument/2006/relationships/tags" Target="../tags/tag160.xml"/><Relationship Id="rId23" Type="http://schemas.openxmlformats.org/officeDocument/2006/relationships/tags" Target="../tags/tag159.xml"/><Relationship Id="rId22" Type="http://schemas.openxmlformats.org/officeDocument/2006/relationships/tags" Target="../tags/tag158.xml"/><Relationship Id="rId21" Type="http://schemas.openxmlformats.org/officeDocument/2006/relationships/tags" Target="../tags/tag157.xml"/><Relationship Id="rId20" Type="http://schemas.openxmlformats.org/officeDocument/2006/relationships/tags" Target="../tags/tag156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55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7.xml"/><Relationship Id="rId8" Type="http://schemas.openxmlformats.org/officeDocument/2006/relationships/slideLayout" Target="../slideLayouts/slideLayout36.xml"/><Relationship Id="rId7" Type="http://schemas.openxmlformats.org/officeDocument/2006/relationships/slideLayout" Target="../slideLayouts/slideLayout35.xml"/><Relationship Id="rId6" Type="http://schemas.openxmlformats.org/officeDocument/2006/relationships/slideLayout" Target="../slideLayouts/slideLayout34.xml"/><Relationship Id="rId5" Type="http://schemas.openxmlformats.org/officeDocument/2006/relationships/slideLayout" Target="../slideLayouts/slideLayout33.xml"/><Relationship Id="rId4" Type="http://schemas.openxmlformats.org/officeDocument/2006/relationships/slideLayout" Target="../slideLayouts/slideLayout32.xml"/><Relationship Id="rId3" Type="http://schemas.openxmlformats.org/officeDocument/2006/relationships/slideLayout" Target="../slideLayouts/slideLayout31.xml"/><Relationship Id="rId25" Type="http://schemas.openxmlformats.org/officeDocument/2006/relationships/theme" Target="../theme/theme3.xml"/><Relationship Id="rId24" Type="http://schemas.openxmlformats.org/officeDocument/2006/relationships/tags" Target="../tags/tag320.xml"/><Relationship Id="rId23" Type="http://schemas.openxmlformats.org/officeDocument/2006/relationships/tags" Target="../tags/tag319.xml"/><Relationship Id="rId22" Type="http://schemas.openxmlformats.org/officeDocument/2006/relationships/tags" Target="../tags/tag318.xml"/><Relationship Id="rId21" Type="http://schemas.openxmlformats.org/officeDocument/2006/relationships/tags" Target="../tags/tag317.xml"/><Relationship Id="rId20" Type="http://schemas.openxmlformats.org/officeDocument/2006/relationships/tags" Target="../tags/tag316.xml"/><Relationship Id="rId2" Type="http://schemas.openxmlformats.org/officeDocument/2006/relationships/slideLayout" Target="../slideLayouts/slideLayout30.xml"/><Relationship Id="rId19" Type="http://schemas.openxmlformats.org/officeDocument/2006/relationships/tags" Target="../tags/tag315.xml"/><Relationship Id="rId18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45.xml"/><Relationship Id="rId16" Type="http://schemas.openxmlformats.org/officeDocument/2006/relationships/slideLayout" Target="../slideLayouts/slideLayout44.xml"/><Relationship Id="rId15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39.xml"/><Relationship Id="rId10" Type="http://schemas.openxmlformats.org/officeDocument/2006/relationships/slideLayout" Target="../slideLayouts/slideLayout38.xml"/><Relationship Id="rId1" Type="http://schemas.openxmlformats.org/officeDocument/2006/relationships/slideLayout" Target="../slideLayouts/slideLayout29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5.xml"/><Relationship Id="rId8" Type="http://schemas.openxmlformats.org/officeDocument/2006/relationships/slideLayout" Target="../slideLayouts/slideLayout54.xml"/><Relationship Id="rId7" Type="http://schemas.openxmlformats.org/officeDocument/2006/relationships/slideLayout" Target="../slideLayouts/slideLayout53.xml"/><Relationship Id="rId6" Type="http://schemas.openxmlformats.org/officeDocument/2006/relationships/slideLayout" Target="../slideLayouts/slideLayout52.xml"/><Relationship Id="rId5" Type="http://schemas.openxmlformats.org/officeDocument/2006/relationships/slideLayout" Target="../slideLayouts/slideLayout51.xml"/><Relationship Id="rId4" Type="http://schemas.openxmlformats.org/officeDocument/2006/relationships/slideLayout" Target="../slideLayouts/slideLayout50.xml"/><Relationship Id="rId3" Type="http://schemas.openxmlformats.org/officeDocument/2006/relationships/slideLayout" Target="../slideLayouts/slideLayout49.xml"/><Relationship Id="rId25" Type="http://schemas.openxmlformats.org/officeDocument/2006/relationships/theme" Target="../theme/theme4.xml"/><Relationship Id="rId24" Type="http://schemas.openxmlformats.org/officeDocument/2006/relationships/tags" Target="../tags/tag480.xml"/><Relationship Id="rId23" Type="http://schemas.openxmlformats.org/officeDocument/2006/relationships/tags" Target="../tags/tag479.xml"/><Relationship Id="rId22" Type="http://schemas.openxmlformats.org/officeDocument/2006/relationships/tags" Target="../tags/tag478.xml"/><Relationship Id="rId21" Type="http://schemas.openxmlformats.org/officeDocument/2006/relationships/tags" Target="../tags/tag477.xml"/><Relationship Id="rId20" Type="http://schemas.openxmlformats.org/officeDocument/2006/relationships/tags" Target="../tags/tag476.xml"/><Relationship Id="rId2" Type="http://schemas.openxmlformats.org/officeDocument/2006/relationships/slideLayout" Target="../slideLayouts/slideLayout48.xml"/><Relationship Id="rId19" Type="http://schemas.openxmlformats.org/officeDocument/2006/relationships/tags" Target="../tags/tag475.xml"/><Relationship Id="rId18" Type="http://schemas.openxmlformats.org/officeDocument/2006/relationships/slideLayout" Target="../slideLayouts/slideLayout64.xml"/><Relationship Id="rId17" Type="http://schemas.openxmlformats.org/officeDocument/2006/relationships/slideLayout" Target="../slideLayouts/slideLayout63.xml"/><Relationship Id="rId16" Type="http://schemas.openxmlformats.org/officeDocument/2006/relationships/slideLayout" Target="../slideLayouts/slideLayout62.xml"/><Relationship Id="rId15" Type="http://schemas.openxmlformats.org/officeDocument/2006/relationships/slideLayout" Target="../slideLayouts/slideLayout61.xml"/><Relationship Id="rId14" Type="http://schemas.openxmlformats.org/officeDocument/2006/relationships/slideLayout" Target="../slideLayouts/slideLayout60.xml"/><Relationship Id="rId1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58.xml"/><Relationship Id="rId11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56.xml"/><Relationship Id="rId1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3.xml"/><Relationship Id="rId8" Type="http://schemas.openxmlformats.org/officeDocument/2006/relationships/slideLayout" Target="../slideLayouts/slideLayout72.xml"/><Relationship Id="rId7" Type="http://schemas.openxmlformats.org/officeDocument/2006/relationships/slideLayout" Target="../slideLayouts/slideLayout71.xml"/><Relationship Id="rId6" Type="http://schemas.openxmlformats.org/officeDocument/2006/relationships/slideLayout" Target="../slideLayouts/slideLayout70.xml"/><Relationship Id="rId5" Type="http://schemas.openxmlformats.org/officeDocument/2006/relationships/slideLayout" Target="../slideLayouts/slideLayout69.xml"/><Relationship Id="rId4" Type="http://schemas.openxmlformats.org/officeDocument/2006/relationships/slideLayout" Target="../slideLayouts/slideLayout68.xml"/><Relationship Id="rId3" Type="http://schemas.openxmlformats.org/officeDocument/2006/relationships/slideLayout" Target="../slideLayouts/slideLayout67.xml"/><Relationship Id="rId25" Type="http://schemas.openxmlformats.org/officeDocument/2006/relationships/theme" Target="../theme/theme5.xml"/><Relationship Id="rId24" Type="http://schemas.openxmlformats.org/officeDocument/2006/relationships/tags" Target="../tags/tag640.xml"/><Relationship Id="rId23" Type="http://schemas.openxmlformats.org/officeDocument/2006/relationships/tags" Target="../tags/tag639.xml"/><Relationship Id="rId22" Type="http://schemas.openxmlformats.org/officeDocument/2006/relationships/tags" Target="../tags/tag638.xml"/><Relationship Id="rId21" Type="http://schemas.openxmlformats.org/officeDocument/2006/relationships/tags" Target="../tags/tag637.xml"/><Relationship Id="rId20" Type="http://schemas.openxmlformats.org/officeDocument/2006/relationships/tags" Target="../tags/tag636.xml"/><Relationship Id="rId2" Type="http://schemas.openxmlformats.org/officeDocument/2006/relationships/slideLayout" Target="../slideLayouts/slideLayout66.xml"/><Relationship Id="rId19" Type="http://schemas.openxmlformats.org/officeDocument/2006/relationships/tags" Target="../tags/tag635.xml"/><Relationship Id="rId18" Type="http://schemas.openxmlformats.org/officeDocument/2006/relationships/slideLayout" Target="../slideLayouts/slideLayout82.xml"/><Relationship Id="rId17" Type="http://schemas.openxmlformats.org/officeDocument/2006/relationships/slideLayout" Target="../slideLayouts/slideLayout81.xml"/><Relationship Id="rId16" Type="http://schemas.openxmlformats.org/officeDocument/2006/relationships/slideLayout" Target="../slideLayouts/slideLayout80.xml"/><Relationship Id="rId15" Type="http://schemas.openxmlformats.org/officeDocument/2006/relationships/slideLayout" Target="../slideLayouts/slideLayout79.xml"/><Relationship Id="rId14" Type="http://schemas.openxmlformats.org/officeDocument/2006/relationships/slideLayout" Target="../slideLayouts/slideLayout78.xml"/><Relationship Id="rId13" Type="http://schemas.openxmlformats.org/officeDocument/2006/relationships/slideLayout" Target="../slideLayouts/slideLayout77.xml"/><Relationship Id="rId12" Type="http://schemas.openxmlformats.org/officeDocument/2006/relationships/slideLayout" Target="../slideLayouts/slideLayout76.xml"/><Relationship Id="rId11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4.xml"/><Relationship Id="rId1" Type="http://schemas.openxmlformats.org/officeDocument/2006/relationships/slideLayout" Target="../slideLayouts/slideLayout65.xml"/></Relationships>
</file>

<file path=ppt/slideMasters/_rels/slideMaster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1.xml"/><Relationship Id="rId8" Type="http://schemas.openxmlformats.org/officeDocument/2006/relationships/slideLayout" Target="../slideLayouts/slideLayout90.xml"/><Relationship Id="rId7" Type="http://schemas.openxmlformats.org/officeDocument/2006/relationships/slideLayout" Target="../slideLayouts/slideLayout89.xml"/><Relationship Id="rId6" Type="http://schemas.openxmlformats.org/officeDocument/2006/relationships/slideLayout" Target="../slideLayouts/slideLayout88.xml"/><Relationship Id="rId5" Type="http://schemas.openxmlformats.org/officeDocument/2006/relationships/slideLayout" Target="../slideLayouts/slideLayout87.xml"/><Relationship Id="rId4" Type="http://schemas.openxmlformats.org/officeDocument/2006/relationships/slideLayout" Target="../slideLayouts/slideLayout86.xml"/><Relationship Id="rId3" Type="http://schemas.openxmlformats.org/officeDocument/2006/relationships/slideLayout" Target="../slideLayouts/slideLayout85.xml"/><Relationship Id="rId25" Type="http://schemas.openxmlformats.org/officeDocument/2006/relationships/theme" Target="../theme/theme6.xml"/><Relationship Id="rId24" Type="http://schemas.openxmlformats.org/officeDocument/2006/relationships/tags" Target="../tags/tag800.xml"/><Relationship Id="rId23" Type="http://schemas.openxmlformats.org/officeDocument/2006/relationships/tags" Target="../tags/tag799.xml"/><Relationship Id="rId22" Type="http://schemas.openxmlformats.org/officeDocument/2006/relationships/tags" Target="../tags/tag798.xml"/><Relationship Id="rId21" Type="http://schemas.openxmlformats.org/officeDocument/2006/relationships/tags" Target="../tags/tag797.xml"/><Relationship Id="rId20" Type="http://schemas.openxmlformats.org/officeDocument/2006/relationships/tags" Target="../tags/tag796.xml"/><Relationship Id="rId2" Type="http://schemas.openxmlformats.org/officeDocument/2006/relationships/slideLayout" Target="../slideLayouts/slideLayout84.xml"/><Relationship Id="rId19" Type="http://schemas.openxmlformats.org/officeDocument/2006/relationships/tags" Target="../tags/tag795.xml"/><Relationship Id="rId18" Type="http://schemas.openxmlformats.org/officeDocument/2006/relationships/slideLayout" Target="../slideLayouts/slideLayout100.xml"/><Relationship Id="rId17" Type="http://schemas.openxmlformats.org/officeDocument/2006/relationships/slideLayout" Target="../slideLayouts/slideLayout99.xml"/><Relationship Id="rId16" Type="http://schemas.openxmlformats.org/officeDocument/2006/relationships/slideLayout" Target="../slideLayouts/slideLayout98.xml"/><Relationship Id="rId15" Type="http://schemas.openxmlformats.org/officeDocument/2006/relationships/slideLayout" Target="../slideLayouts/slideLayout97.xml"/><Relationship Id="rId14" Type="http://schemas.openxmlformats.org/officeDocument/2006/relationships/slideLayout" Target="../slideLayouts/slideLayout96.xml"/><Relationship Id="rId13" Type="http://schemas.openxmlformats.org/officeDocument/2006/relationships/slideLayout" Target="../slideLayouts/slideLayout95.xml"/><Relationship Id="rId12" Type="http://schemas.openxmlformats.org/officeDocument/2006/relationships/slideLayout" Target="../slideLayouts/slideLayout94.xml"/><Relationship Id="rId11" Type="http://schemas.openxmlformats.org/officeDocument/2006/relationships/slideLayout" Target="../slideLayouts/slideLayout93.xml"/><Relationship Id="rId10" Type="http://schemas.openxmlformats.org/officeDocument/2006/relationships/slideLayout" Target="../slideLayouts/slideLayout92.xml"/><Relationship Id="rId1" Type="http://schemas.openxmlformats.org/officeDocument/2006/relationships/slideLayout" Target="../slideLayouts/slideLayout83.xml"/></Relationships>
</file>

<file path=ppt/slideMasters/_rels/slideMaster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09.xml"/><Relationship Id="rId8" Type="http://schemas.openxmlformats.org/officeDocument/2006/relationships/slideLayout" Target="../slideLayouts/slideLayout108.xml"/><Relationship Id="rId7" Type="http://schemas.openxmlformats.org/officeDocument/2006/relationships/slideLayout" Target="../slideLayouts/slideLayout107.xml"/><Relationship Id="rId6" Type="http://schemas.openxmlformats.org/officeDocument/2006/relationships/slideLayout" Target="../slideLayouts/slideLayout106.xml"/><Relationship Id="rId5" Type="http://schemas.openxmlformats.org/officeDocument/2006/relationships/slideLayout" Target="../slideLayouts/slideLayout105.xml"/><Relationship Id="rId4" Type="http://schemas.openxmlformats.org/officeDocument/2006/relationships/slideLayout" Target="../slideLayouts/slideLayout104.xml"/><Relationship Id="rId3" Type="http://schemas.openxmlformats.org/officeDocument/2006/relationships/slideLayout" Target="../slideLayouts/slideLayout103.xml"/><Relationship Id="rId25" Type="http://schemas.openxmlformats.org/officeDocument/2006/relationships/theme" Target="../theme/theme7.xml"/><Relationship Id="rId24" Type="http://schemas.openxmlformats.org/officeDocument/2006/relationships/tags" Target="../tags/tag960.xml"/><Relationship Id="rId23" Type="http://schemas.openxmlformats.org/officeDocument/2006/relationships/tags" Target="../tags/tag959.xml"/><Relationship Id="rId22" Type="http://schemas.openxmlformats.org/officeDocument/2006/relationships/tags" Target="../tags/tag958.xml"/><Relationship Id="rId21" Type="http://schemas.openxmlformats.org/officeDocument/2006/relationships/tags" Target="../tags/tag957.xml"/><Relationship Id="rId20" Type="http://schemas.openxmlformats.org/officeDocument/2006/relationships/tags" Target="../tags/tag956.xml"/><Relationship Id="rId2" Type="http://schemas.openxmlformats.org/officeDocument/2006/relationships/slideLayout" Target="../slideLayouts/slideLayout102.xml"/><Relationship Id="rId19" Type="http://schemas.openxmlformats.org/officeDocument/2006/relationships/tags" Target="../tags/tag955.xml"/><Relationship Id="rId18" Type="http://schemas.openxmlformats.org/officeDocument/2006/relationships/slideLayout" Target="../slideLayouts/slideLayout118.xml"/><Relationship Id="rId17" Type="http://schemas.openxmlformats.org/officeDocument/2006/relationships/slideLayout" Target="../slideLayouts/slideLayout117.xml"/><Relationship Id="rId16" Type="http://schemas.openxmlformats.org/officeDocument/2006/relationships/slideLayout" Target="../slideLayouts/slideLayout116.xml"/><Relationship Id="rId15" Type="http://schemas.openxmlformats.org/officeDocument/2006/relationships/slideLayout" Target="../slideLayouts/slideLayout115.xml"/><Relationship Id="rId14" Type="http://schemas.openxmlformats.org/officeDocument/2006/relationships/slideLayout" Target="../slideLayouts/slideLayout114.xml"/><Relationship Id="rId13" Type="http://schemas.openxmlformats.org/officeDocument/2006/relationships/slideLayout" Target="../slideLayouts/slideLayout113.xml"/><Relationship Id="rId12" Type="http://schemas.openxmlformats.org/officeDocument/2006/relationships/slideLayout" Target="../slideLayouts/slideLayout112.xml"/><Relationship Id="rId11" Type="http://schemas.openxmlformats.org/officeDocument/2006/relationships/slideLayout" Target="../slideLayouts/slideLayout111.xml"/><Relationship Id="rId10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  <p:sldLayoutId id="2147483696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99" r:id="rId2"/>
    <p:sldLayoutId id="2147483700" r:id="rId3"/>
    <p:sldLayoutId id="2147483701" r:id="rId4"/>
    <p:sldLayoutId id="2147483702" r:id="rId5"/>
    <p:sldLayoutId id="2147483703" r:id="rId6"/>
    <p:sldLayoutId id="2147483704" r:id="rId7"/>
    <p:sldLayoutId id="2147483705" r:id="rId8"/>
    <p:sldLayoutId id="2147483706" r:id="rId9"/>
    <p:sldLayoutId id="2147483707" r:id="rId10"/>
    <p:sldLayoutId id="2147483708" r:id="rId11"/>
    <p:sldLayoutId id="2147483709" r:id="rId12"/>
    <p:sldLayoutId id="2147483710" r:id="rId13"/>
    <p:sldLayoutId id="2147483711" r:id="rId14"/>
    <p:sldLayoutId id="2147483712" r:id="rId15"/>
    <p:sldLayoutId id="2147483713" r:id="rId16"/>
    <p:sldLayoutId id="2147483714" r:id="rId17"/>
    <p:sldLayoutId id="2147483715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8" r:id="rId2"/>
    <p:sldLayoutId id="2147483719" r:id="rId3"/>
    <p:sldLayoutId id="2147483720" r:id="rId4"/>
    <p:sldLayoutId id="2147483721" r:id="rId5"/>
    <p:sldLayoutId id="2147483722" r:id="rId6"/>
    <p:sldLayoutId id="2147483723" r:id="rId7"/>
    <p:sldLayoutId id="2147483724" r:id="rId8"/>
    <p:sldLayoutId id="2147483725" r:id="rId9"/>
    <p:sldLayoutId id="2147483726" r:id="rId10"/>
    <p:sldLayoutId id="2147483727" r:id="rId11"/>
    <p:sldLayoutId id="2147483728" r:id="rId12"/>
    <p:sldLayoutId id="2147483729" r:id="rId13"/>
    <p:sldLayoutId id="2147483730" r:id="rId14"/>
    <p:sldLayoutId id="2147483731" r:id="rId15"/>
    <p:sldLayoutId id="2147483732" r:id="rId16"/>
    <p:sldLayoutId id="2147483733" r:id="rId17"/>
    <p:sldLayoutId id="2147483734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36" r:id="rId1"/>
    <p:sldLayoutId id="2147483737" r:id="rId2"/>
    <p:sldLayoutId id="2147483738" r:id="rId3"/>
    <p:sldLayoutId id="2147483739" r:id="rId4"/>
    <p:sldLayoutId id="2147483740" r:id="rId5"/>
    <p:sldLayoutId id="2147483741" r:id="rId6"/>
    <p:sldLayoutId id="2147483742" r:id="rId7"/>
    <p:sldLayoutId id="2147483743" r:id="rId8"/>
    <p:sldLayoutId id="2147483744" r:id="rId9"/>
    <p:sldLayoutId id="2147483745" r:id="rId10"/>
    <p:sldLayoutId id="2147483746" r:id="rId11"/>
    <p:sldLayoutId id="2147483747" r:id="rId12"/>
    <p:sldLayoutId id="2147483748" r:id="rId13"/>
    <p:sldLayoutId id="2147483749" r:id="rId14"/>
    <p:sldLayoutId id="2147483750" r:id="rId15"/>
    <p:sldLayoutId id="2147483751" r:id="rId16"/>
    <p:sldLayoutId id="2147483752" r:id="rId17"/>
    <p:sldLayoutId id="2147483753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9"/>
            </p:custDataLst>
          </p:nvPr>
        </p:nvSpPr>
        <p:spPr>
          <a:xfrm>
            <a:off x="669882" y="443230"/>
            <a:ext cx="10852237" cy="441964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0"/>
            </p:custDataLst>
          </p:nvPr>
        </p:nvSpPr>
        <p:spPr>
          <a:xfrm>
            <a:off x="669882" y="952508"/>
            <a:ext cx="10852237" cy="5388907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1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2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3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4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  <p:sldLayoutId id="2147483767" r:id="rId13"/>
    <p:sldLayoutId id="2147483768" r:id="rId14"/>
    <p:sldLayoutId id="2147483769" r:id="rId15"/>
    <p:sldLayoutId id="2147483770" r:id="rId16"/>
    <p:sldLayoutId id="2147483771" r:id="rId17"/>
    <p:sldLayoutId id="2147483772" r:id="rId18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400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1.xml"/><Relationship Id="rId2" Type="http://schemas.openxmlformats.org/officeDocument/2006/relationships/tags" Target="../tags/tag962.xml"/><Relationship Id="rId1" Type="http://schemas.openxmlformats.org/officeDocument/2006/relationships/tags" Target="../tags/tag961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6.xml"/><Relationship Id="rId6" Type="http://schemas.openxmlformats.org/officeDocument/2006/relationships/tags" Target="../tags/tag968.xml"/><Relationship Id="rId5" Type="http://schemas.openxmlformats.org/officeDocument/2006/relationships/tags" Target="../tags/tag967.xml"/><Relationship Id="rId4" Type="http://schemas.openxmlformats.org/officeDocument/2006/relationships/tags" Target="../tags/tag966.xml"/><Relationship Id="rId3" Type="http://schemas.openxmlformats.org/officeDocument/2006/relationships/tags" Target="../tags/tag965.xml"/><Relationship Id="rId2" Type="http://schemas.openxmlformats.org/officeDocument/2006/relationships/tags" Target="../tags/tag964.xml"/><Relationship Id="rId1" Type="http://schemas.openxmlformats.org/officeDocument/2006/relationships/tags" Target="../tags/tag963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1.xml"/><Relationship Id="rId4" Type="http://schemas.openxmlformats.org/officeDocument/2006/relationships/tags" Target="../tags/tag972.xml"/><Relationship Id="rId3" Type="http://schemas.openxmlformats.org/officeDocument/2006/relationships/tags" Target="../tags/tag971.xml"/><Relationship Id="rId2" Type="http://schemas.openxmlformats.org/officeDocument/2006/relationships/tags" Target="../tags/tag970.xml"/><Relationship Id="rId1" Type="http://schemas.openxmlformats.org/officeDocument/2006/relationships/tags" Target="../tags/tag9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81.xml"/><Relationship Id="rId8" Type="http://schemas.openxmlformats.org/officeDocument/2006/relationships/tags" Target="../tags/tag980.xml"/><Relationship Id="rId77" Type="http://schemas.openxmlformats.org/officeDocument/2006/relationships/slideLayout" Target="../slideLayouts/slideLayout17.xml"/><Relationship Id="rId76" Type="http://schemas.openxmlformats.org/officeDocument/2006/relationships/tags" Target="../tags/tag1036.xml"/><Relationship Id="rId75" Type="http://schemas.openxmlformats.org/officeDocument/2006/relationships/tags" Target="../tags/tag1035.xml"/><Relationship Id="rId74" Type="http://schemas.openxmlformats.org/officeDocument/2006/relationships/tags" Target="../tags/tag1034.xml"/><Relationship Id="rId73" Type="http://schemas.openxmlformats.org/officeDocument/2006/relationships/tags" Target="../tags/tag1033.xml"/><Relationship Id="rId72" Type="http://schemas.openxmlformats.org/officeDocument/2006/relationships/tags" Target="../tags/tag1032.xml"/><Relationship Id="rId71" Type="http://schemas.openxmlformats.org/officeDocument/2006/relationships/tags" Target="../tags/tag1031.xml"/><Relationship Id="rId70" Type="http://schemas.openxmlformats.org/officeDocument/2006/relationships/tags" Target="../tags/tag1030.xml"/><Relationship Id="rId7" Type="http://schemas.openxmlformats.org/officeDocument/2006/relationships/tags" Target="../tags/tag979.xml"/><Relationship Id="rId69" Type="http://schemas.openxmlformats.org/officeDocument/2006/relationships/tags" Target="../tags/tag1029.xml"/><Relationship Id="rId68" Type="http://schemas.openxmlformats.org/officeDocument/2006/relationships/tags" Target="../tags/tag1028.xml"/><Relationship Id="rId67" Type="http://schemas.openxmlformats.org/officeDocument/2006/relationships/tags" Target="../tags/tag1027.xml"/><Relationship Id="rId66" Type="http://schemas.openxmlformats.org/officeDocument/2006/relationships/tags" Target="../tags/tag1026.xml"/><Relationship Id="rId65" Type="http://schemas.openxmlformats.org/officeDocument/2006/relationships/tags" Target="../tags/tag1025.xml"/><Relationship Id="rId64" Type="http://schemas.openxmlformats.org/officeDocument/2006/relationships/tags" Target="../tags/tag1024.xml"/><Relationship Id="rId63" Type="http://schemas.openxmlformats.org/officeDocument/2006/relationships/image" Target="../media/image12.svg"/><Relationship Id="rId62" Type="http://schemas.openxmlformats.org/officeDocument/2006/relationships/image" Target="../media/image11.png"/><Relationship Id="rId61" Type="http://schemas.openxmlformats.org/officeDocument/2006/relationships/tags" Target="../tags/tag1023.xml"/><Relationship Id="rId60" Type="http://schemas.openxmlformats.org/officeDocument/2006/relationships/tags" Target="../tags/tag1022.xml"/><Relationship Id="rId6" Type="http://schemas.openxmlformats.org/officeDocument/2006/relationships/tags" Target="../tags/tag978.xml"/><Relationship Id="rId59" Type="http://schemas.openxmlformats.org/officeDocument/2006/relationships/tags" Target="../tags/tag1021.xml"/><Relationship Id="rId58" Type="http://schemas.openxmlformats.org/officeDocument/2006/relationships/tags" Target="../tags/tag1020.xml"/><Relationship Id="rId57" Type="http://schemas.openxmlformats.org/officeDocument/2006/relationships/tags" Target="../tags/tag1019.xml"/><Relationship Id="rId56" Type="http://schemas.openxmlformats.org/officeDocument/2006/relationships/image" Target="../media/image10.svg"/><Relationship Id="rId55" Type="http://schemas.openxmlformats.org/officeDocument/2006/relationships/image" Target="../media/image9.png"/><Relationship Id="rId54" Type="http://schemas.openxmlformats.org/officeDocument/2006/relationships/tags" Target="../tags/tag1018.xml"/><Relationship Id="rId53" Type="http://schemas.openxmlformats.org/officeDocument/2006/relationships/tags" Target="../tags/tag1017.xml"/><Relationship Id="rId52" Type="http://schemas.openxmlformats.org/officeDocument/2006/relationships/tags" Target="../tags/tag1016.xml"/><Relationship Id="rId51" Type="http://schemas.openxmlformats.org/officeDocument/2006/relationships/tags" Target="../tags/tag1015.xml"/><Relationship Id="rId50" Type="http://schemas.openxmlformats.org/officeDocument/2006/relationships/image" Target="../media/image8.svg"/><Relationship Id="rId5" Type="http://schemas.openxmlformats.org/officeDocument/2006/relationships/tags" Target="../tags/tag977.xml"/><Relationship Id="rId49" Type="http://schemas.openxmlformats.org/officeDocument/2006/relationships/image" Target="../media/image7.png"/><Relationship Id="rId48" Type="http://schemas.openxmlformats.org/officeDocument/2006/relationships/tags" Target="../tags/tag1014.xml"/><Relationship Id="rId47" Type="http://schemas.openxmlformats.org/officeDocument/2006/relationships/tags" Target="../tags/tag1013.xml"/><Relationship Id="rId46" Type="http://schemas.openxmlformats.org/officeDocument/2006/relationships/tags" Target="../tags/tag1012.xml"/><Relationship Id="rId45" Type="http://schemas.openxmlformats.org/officeDocument/2006/relationships/tags" Target="../tags/tag1011.xml"/><Relationship Id="rId44" Type="http://schemas.openxmlformats.org/officeDocument/2006/relationships/image" Target="../media/image6.svg"/><Relationship Id="rId43" Type="http://schemas.openxmlformats.org/officeDocument/2006/relationships/image" Target="../media/image5.png"/><Relationship Id="rId42" Type="http://schemas.openxmlformats.org/officeDocument/2006/relationships/tags" Target="../tags/tag1010.xml"/><Relationship Id="rId41" Type="http://schemas.openxmlformats.org/officeDocument/2006/relationships/tags" Target="../tags/tag1009.xml"/><Relationship Id="rId40" Type="http://schemas.openxmlformats.org/officeDocument/2006/relationships/tags" Target="../tags/tag1008.xml"/><Relationship Id="rId4" Type="http://schemas.openxmlformats.org/officeDocument/2006/relationships/tags" Target="../tags/tag976.xml"/><Relationship Id="rId39" Type="http://schemas.openxmlformats.org/officeDocument/2006/relationships/image" Target="../media/image4.svg"/><Relationship Id="rId38" Type="http://schemas.openxmlformats.org/officeDocument/2006/relationships/image" Target="../media/image3.png"/><Relationship Id="rId37" Type="http://schemas.openxmlformats.org/officeDocument/2006/relationships/tags" Target="../tags/tag1007.xml"/><Relationship Id="rId36" Type="http://schemas.openxmlformats.org/officeDocument/2006/relationships/tags" Target="../tags/tag1006.xml"/><Relationship Id="rId35" Type="http://schemas.openxmlformats.org/officeDocument/2006/relationships/tags" Target="../tags/tag1005.xml"/><Relationship Id="rId34" Type="http://schemas.openxmlformats.org/officeDocument/2006/relationships/tags" Target="../tags/tag1004.xml"/><Relationship Id="rId33" Type="http://schemas.openxmlformats.org/officeDocument/2006/relationships/tags" Target="../tags/tag1003.xml"/><Relationship Id="rId32" Type="http://schemas.openxmlformats.org/officeDocument/2006/relationships/tags" Target="../tags/tag1002.xml"/><Relationship Id="rId31" Type="http://schemas.openxmlformats.org/officeDocument/2006/relationships/tags" Target="../tags/tag1001.xml"/><Relationship Id="rId30" Type="http://schemas.openxmlformats.org/officeDocument/2006/relationships/tags" Target="../tags/tag1000.xml"/><Relationship Id="rId3" Type="http://schemas.openxmlformats.org/officeDocument/2006/relationships/tags" Target="../tags/tag975.xml"/><Relationship Id="rId29" Type="http://schemas.openxmlformats.org/officeDocument/2006/relationships/tags" Target="../tags/tag999.xml"/><Relationship Id="rId28" Type="http://schemas.openxmlformats.org/officeDocument/2006/relationships/tags" Target="../tags/tag998.xml"/><Relationship Id="rId27" Type="http://schemas.openxmlformats.org/officeDocument/2006/relationships/image" Target="../media/image2.svg"/><Relationship Id="rId26" Type="http://schemas.openxmlformats.org/officeDocument/2006/relationships/image" Target="../media/image1.png"/><Relationship Id="rId25" Type="http://schemas.openxmlformats.org/officeDocument/2006/relationships/tags" Target="../tags/tag997.xml"/><Relationship Id="rId24" Type="http://schemas.openxmlformats.org/officeDocument/2006/relationships/tags" Target="../tags/tag996.xml"/><Relationship Id="rId23" Type="http://schemas.openxmlformats.org/officeDocument/2006/relationships/tags" Target="../tags/tag995.xml"/><Relationship Id="rId22" Type="http://schemas.openxmlformats.org/officeDocument/2006/relationships/tags" Target="../tags/tag994.xml"/><Relationship Id="rId21" Type="http://schemas.openxmlformats.org/officeDocument/2006/relationships/tags" Target="../tags/tag993.xml"/><Relationship Id="rId20" Type="http://schemas.openxmlformats.org/officeDocument/2006/relationships/tags" Target="../tags/tag992.xml"/><Relationship Id="rId2" Type="http://schemas.openxmlformats.org/officeDocument/2006/relationships/tags" Target="../tags/tag974.xml"/><Relationship Id="rId19" Type="http://schemas.openxmlformats.org/officeDocument/2006/relationships/tags" Target="../tags/tag991.xml"/><Relationship Id="rId18" Type="http://schemas.openxmlformats.org/officeDocument/2006/relationships/tags" Target="../tags/tag990.xml"/><Relationship Id="rId17" Type="http://schemas.openxmlformats.org/officeDocument/2006/relationships/tags" Target="../tags/tag989.xml"/><Relationship Id="rId16" Type="http://schemas.openxmlformats.org/officeDocument/2006/relationships/tags" Target="../tags/tag988.xml"/><Relationship Id="rId15" Type="http://schemas.openxmlformats.org/officeDocument/2006/relationships/tags" Target="../tags/tag987.xml"/><Relationship Id="rId14" Type="http://schemas.openxmlformats.org/officeDocument/2006/relationships/tags" Target="../tags/tag986.xml"/><Relationship Id="rId13" Type="http://schemas.openxmlformats.org/officeDocument/2006/relationships/tags" Target="../tags/tag985.xml"/><Relationship Id="rId12" Type="http://schemas.openxmlformats.org/officeDocument/2006/relationships/tags" Target="../tags/tag984.xml"/><Relationship Id="rId11" Type="http://schemas.openxmlformats.org/officeDocument/2006/relationships/tags" Target="../tags/tag983.xml"/><Relationship Id="rId10" Type="http://schemas.openxmlformats.org/officeDocument/2006/relationships/tags" Target="../tags/tag982.xml"/><Relationship Id="rId1" Type="http://schemas.openxmlformats.org/officeDocument/2006/relationships/tags" Target="../tags/tag973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1045.xml"/><Relationship Id="rId8" Type="http://schemas.openxmlformats.org/officeDocument/2006/relationships/tags" Target="../tags/tag1044.xml"/><Relationship Id="rId7" Type="http://schemas.openxmlformats.org/officeDocument/2006/relationships/tags" Target="../tags/tag1043.xml"/><Relationship Id="rId65" Type="http://schemas.openxmlformats.org/officeDocument/2006/relationships/notesSlide" Target="../notesSlides/notesSlide1.xml"/><Relationship Id="rId64" Type="http://schemas.openxmlformats.org/officeDocument/2006/relationships/slideLayout" Target="../slideLayouts/slideLayout17.xml"/><Relationship Id="rId63" Type="http://schemas.openxmlformats.org/officeDocument/2006/relationships/tags" Target="../tags/tag1085.xml"/><Relationship Id="rId62" Type="http://schemas.openxmlformats.org/officeDocument/2006/relationships/tags" Target="../tags/tag1084.xml"/><Relationship Id="rId61" Type="http://schemas.openxmlformats.org/officeDocument/2006/relationships/tags" Target="../tags/tag1083.xml"/><Relationship Id="rId60" Type="http://schemas.openxmlformats.org/officeDocument/2006/relationships/tags" Target="../tags/tag1082.xml"/><Relationship Id="rId6" Type="http://schemas.openxmlformats.org/officeDocument/2006/relationships/tags" Target="../tags/tag1042.xml"/><Relationship Id="rId59" Type="http://schemas.openxmlformats.org/officeDocument/2006/relationships/tags" Target="../tags/tag1081.xml"/><Relationship Id="rId58" Type="http://schemas.openxmlformats.org/officeDocument/2006/relationships/tags" Target="../tags/tag1080.xml"/><Relationship Id="rId57" Type="http://schemas.openxmlformats.org/officeDocument/2006/relationships/image" Target="../media/image24.svg"/><Relationship Id="rId56" Type="http://schemas.openxmlformats.org/officeDocument/2006/relationships/image" Target="../media/image23.png"/><Relationship Id="rId55" Type="http://schemas.openxmlformats.org/officeDocument/2006/relationships/tags" Target="../tags/tag1079.xml"/><Relationship Id="rId54" Type="http://schemas.openxmlformats.org/officeDocument/2006/relationships/tags" Target="../tags/tag1078.xml"/><Relationship Id="rId53" Type="http://schemas.openxmlformats.org/officeDocument/2006/relationships/tags" Target="../tags/tag1077.xml"/><Relationship Id="rId52" Type="http://schemas.openxmlformats.org/officeDocument/2006/relationships/tags" Target="../tags/tag1076.xml"/><Relationship Id="rId51" Type="http://schemas.openxmlformats.org/officeDocument/2006/relationships/tags" Target="../tags/tag1075.xml"/><Relationship Id="rId50" Type="http://schemas.openxmlformats.org/officeDocument/2006/relationships/image" Target="../media/image22.svg"/><Relationship Id="rId5" Type="http://schemas.openxmlformats.org/officeDocument/2006/relationships/tags" Target="../tags/tag1041.xml"/><Relationship Id="rId49" Type="http://schemas.openxmlformats.org/officeDocument/2006/relationships/image" Target="../media/image21.png"/><Relationship Id="rId48" Type="http://schemas.openxmlformats.org/officeDocument/2006/relationships/tags" Target="../tags/tag1074.xml"/><Relationship Id="rId47" Type="http://schemas.openxmlformats.org/officeDocument/2006/relationships/tags" Target="../tags/tag1073.xml"/><Relationship Id="rId46" Type="http://schemas.openxmlformats.org/officeDocument/2006/relationships/tags" Target="../tags/tag1072.xml"/><Relationship Id="rId45" Type="http://schemas.openxmlformats.org/officeDocument/2006/relationships/tags" Target="../tags/tag1071.xml"/><Relationship Id="rId44" Type="http://schemas.openxmlformats.org/officeDocument/2006/relationships/tags" Target="../tags/tag1070.xml"/><Relationship Id="rId43" Type="http://schemas.openxmlformats.org/officeDocument/2006/relationships/image" Target="../media/image2.svg"/><Relationship Id="rId42" Type="http://schemas.openxmlformats.org/officeDocument/2006/relationships/image" Target="../media/image1.png"/><Relationship Id="rId41" Type="http://schemas.openxmlformats.org/officeDocument/2006/relationships/tags" Target="../tags/tag1069.xml"/><Relationship Id="rId40" Type="http://schemas.openxmlformats.org/officeDocument/2006/relationships/tags" Target="../tags/tag1068.xml"/><Relationship Id="rId4" Type="http://schemas.openxmlformats.org/officeDocument/2006/relationships/tags" Target="../tags/tag1040.xml"/><Relationship Id="rId39" Type="http://schemas.openxmlformats.org/officeDocument/2006/relationships/tags" Target="../tags/tag1067.xml"/><Relationship Id="rId38" Type="http://schemas.openxmlformats.org/officeDocument/2006/relationships/tags" Target="../tags/tag1066.xml"/><Relationship Id="rId37" Type="http://schemas.openxmlformats.org/officeDocument/2006/relationships/tags" Target="../tags/tag1065.xml"/><Relationship Id="rId36" Type="http://schemas.openxmlformats.org/officeDocument/2006/relationships/image" Target="../media/image20.svg"/><Relationship Id="rId35" Type="http://schemas.openxmlformats.org/officeDocument/2006/relationships/image" Target="../media/image19.png"/><Relationship Id="rId34" Type="http://schemas.openxmlformats.org/officeDocument/2006/relationships/tags" Target="../tags/tag1064.xml"/><Relationship Id="rId33" Type="http://schemas.openxmlformats.org/officeDocument/2006/relationships/tags" Target="../tags/tag1063.xml"/><Relationship Id="rId32" Type="http://schemas.openxmlformats.org/officeDocument/2006/relationships/tags" Target="../tags/tag1062.xml"/><Relationship Id="rId31" Type="http://schemas.openxmlformats.org/officeDocument/2006/relationships/tags" Target="../tags/tag1061.xml"/><Relationship Id="rId30" Type="http://schemas.openxmlformats.org/officeDocument/2006/relationships/tags" Target="../tags/tag1060.xml"/><Relationship Id="rId3" Type="http://schemas.openxmlformats.org/officeDocument/2006/relationships/tags" Target="../tags/tag1039.xml"/><Relationship Id="rId29" Type="http://schemas.openxmlformats.org/officeDocument/2006/relationships/image" Target="../media/image18.svg"/><Relationship Id="rId28" Type="http://schemas.openxmlformats.org/officeDocument/2006/relationships/image" Target="../media/image17.png"/><Relationship Id="rId27" Type="http://schemas.openxmlformats.org/officeDocument/2006/relationships/tags" Target="../tags/tag1059.xml"/><Relationship Id="rId26" Type="http://schemas.openxmlformats.org/officeDocument/2006/relationships/tags" Target="../tags/tag1058.xml"/><Relationship Id="rId25" Type="http://schemas.openxmlformats.org/officeDocument/2006/relationships/tags" Target="../tags/tag1057.xml"/><Relationship Id="rId24" Type="http://schemas.openxmlformats.org/officeDocument/2006/relationships/tags" Target="../tags/tag1056.xml"/><Relationship Id="rId23" Type="http://schemas.openxmlformats.org/officeDocument/2006/relationships/tags" Target="../tags/tag1055.xml"/><Relationship Id="rId22" Type="http://schemas.openxmlformats.org/officeDocument/2006/relationships/image" Target="../media/image16.svg"/><Relationship Id="rId21" Type="http://schemas.openxmlformats.org/officeDocument/2006/relationships/image" Target="../media/image15.png"/><Relationship Id="rId20" Type="http://schemas.openxmlformats.org/officeDocument/2006/relationships/tags" Target="../tags/tag1054.xml"/><Relationship Id="rId2" Type="http://schemas.openxmlformats.org/officeDocument/2006/relationships/tags" Target="../tags/tag1038.xml"/><Relationship Id="rId19" Type="http://schemas.openxmlformats.org/officeDocument/2006/relationships/tags" Target="../tags/tag1053.xml"/><Relationship Id="rId18" Type="http://schemas.openxmlformats.org/officeDocument/2006/relationships/tags" Target="../tags/tag1052.xml"/><Relationship Id="rId17" Type="http://schemas.openxmlformats.org/officeDocument/2006/relationships/tags" Target="../tags/tag1051.xml"/><Relationship Id="rId16" Type="http://schemas.openxmlformats.org/officeDocument/2006/relationships/tags" Target="../tags/tag1050.xml"/><Relationship Id="rId15" Type="http://schemas.openxmlformats.org/officeDocument/2006/relationships/image" Target="../media/image14.svg"/><Relationship Id="rId14" Type="http://schemas.openxmlformats.org/officeDocument/2006/relationships/image" Target="../media/image13.png"/><Relationship Id="rId13" Type="http://schemas.openxmlformats.org/officeDocument/2006/relationships/tags" Target="../tags/tag1049.xml"/><Relationship Id="rId12" Type="http://schemas.openxmlformats.org/officeDocument/2006/relationships/tags" Target="../tags/tag1048.xml"/><Relationship Id="rId11" Type="http://schemas.openxmlformats.org/officeDocument/2006/relationships/tags" Target="../tags/tag1047.xml"/><Relationship Id="rId10" Type="http://schemas.openxmlformats.org/officeDocument/2006/relationships/tags" Target="../tags/tag1046.xml"/><Relationship Id="rId1" Type="http://schemas.openxmlformats.org/officeDocument/2006/relationships/tags" Target="../tags/tag1037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9.xml"/><Relationship Id="rId4" Type="http://schemas.openxmlformats.org/officeDocument/2006/relationships/tags" Target="../tags/tag1089.xml"/><Relationship Id="rId3" Type="http://schemas.openxmlformats.org/officeDocument/2006/relationships/tags" Target="../tags/tag1088.xml"/><Relationship Id="rId2" Type="http://schemas.openxmlformats.org/officeDocument/2006/relationships/tags" Target="../tags/tag1087.xml"/><Relationship Id="rId1" Type="http://schemas.openxmlformats.org/officeDocument/2006/relationships/tags" Target="../tags/tag108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1098.xml"/><Relationship Id="rId8" Type="http://schemas.openxmlformats.org/officeDocument/2006/relationships/tags" Target="../tags/tag1097.xml"/><Relationship Id="rId7" Type="http://schemas.openxmlformats.org/officeDocument/2006/relationships/tags" Target="../tags/tag1096.xml"/><Relationship Id="rId6" Type="http://schemas.openxmlformats.org/officeDocument/2006/relationships/tags" Target="../tags/tag1095.xml"/><Relationship Id="rId5" Type="http://schemas.openxmlformats.org/officeDocument/2006/relationships/tags" Target="../tags/tag1094.xml"/><Relationship Id="rId4" Type="http://schemas.openxmlformats.org/officeDocument/2006/relationships/tags" Target="../tags/tag1093.xml"/><Relationship Id="rId37" Type="http://schemas.openxmlformats.org/officeDocument/2006/relationships/slideLayout" Target="../slideLayouts/slideLayout53.xml"/><Relationship Id="rId36" Type="http://schemas.openxmlformats.org/officeDocument/2006/relationships/tags" Target="../tags/tag1121.xml"/><Relationship Id="rId35" Type="http://schemas.openxmlformats.org/officeDocument/2006/relationships/tags" Target="../tags/tag1120.xml"/><Relationship Id="rId34" Type="http://schemas.openxmlformats.org/officeDocument/2006/relationships/tags" Target="../tags/tag1119.xml"/><Relationship Id="rId33" Type="http://schemas.openxmlformats.org/officeDocument/2006/relationships/tags" Target="../tags/tag1118.xml"/><Relationship Id="rId32" Type="http://schemas.openxmlformats.org/officeDocument/2006/relationships/tags" Target="../tags/tag1117.xml"/><Relationship Id="rId31" Type="http://schemas.openxmlformats.org/officeDocument/2006/relationships/tags" Target="../tags/tag1116.xml"/><Relationship Id="rId30" Type="http://schemas.openxmlformats.org/officeDocument/2006/relationships/image" Target="../media/image28.png"/><Relationship Id="rId3" Type="http://schemas.openxmlformats.org/officeDocument/2006/relationships/tags" Target="../tags/tag1092.xml"/><Relationship Id="rId29" Type="http://schemas.openxmlformats.org/officeDocument/2006/relationships/image" Target="../media/image27.png"/><Relationship Id="rId28" Type="http://schemas.openxmlformats.org/officeDocument/2006/relationships/image" Target="../media/image26.png"/><Relationship Id="rId27" Type="http://schemas.openxmlformats.org/officeDocument/2006/relationships/image" Target="../media/image25.png"/><Relationship Id="rId26" Type="http://schemas.openxmlformats.org/officeDocument/2006/relationships/tags" Target="../tags/tag1115.xml"/><Relationship Id="rId25" Type="http://schemas.openxmlformats.org/officeDocument/2006/relationships/tags" Target="../tags/tag1114.xml"/><Relationship Id="rId24" Type="http://schemas.openxmlformats.org/officeDocument/2006/relationships/tags" Target="../tags/tag1113.xml"/><Relationship Id="rId23" Type="http://schemas.openxmlformats.org/officeDocument/2006/relationships/tags" Target="../tags/tag1112.xml"/><Relationship Id="rId22" Type="http://schemas.openxmlformats.org/officeDocument/2006/relationships/tags" Target="../tags/tag1111.xml"/><Relationship Id="rId21" Type="http://schemas.openxmlformats.org/officeDocument/2006/relationships/tags" Target="../tags/tag1110.xml"/><Relationship Id="rId20" Type="http://schemas.openxmlformats.org/officeDocument/2006/relationships/tags" Target="../tags/tag1109.xml"/><Relationship Id="rId2" Type="http://schemas.openxmlformats.org/officeDocument/2006/relationships/tags" Target="../tags/tag1091.xml"/><Relationship Id="rId19" Type="http://schemas.openxmlformats.org/officeDocument/2006/relationships/tags" Target="../tags/tag1108.xml"/><Relationship Id="rId18" Type="http://schemas.openxmlformats.org/officeDocument/2006/relationships/tags" Target="../tags/tag1107.xml"/><Relationship Id="rId17" Type="http://schemas.openxmlformats.org/officeDocument/2006/relationships/tags" Target="../tags/tag1106.xml"/><Relationship Id="rId16" Type="http://schemas.openxmlformats.org/officeDocument/2006/relationships/tags" Target="../tags/tag1105.xml"/><Relationship Id="rId15" Type="http://schemas.openxmlformats.org/officeDocument/2006/relationships/tags" Target="../tags/tag1104.xml"/><Relationship Id="rId14" Type="http://schemas.openxmlformats.org/officeDocument/2006/relationships/tags" Target="../tags/tag1103.xml"/><Relationship Id="rId13" Type="http://schemas.openxmlformats.org/officeDocument/2006/relationships/tags" Target="../tags/tag1102.xml"/><Relationship Id="rId12" Type="http://schemas.openxmlformats.org/officeDocument/2006/relationships/tags" Target="../tags/tag1101.xml"/><Relationship Id="rId11" Type="http://schemas.openxmlformats.org/officeDocument/2006/relationships/tags" Target="../tags/tag1100.xml"/><Relationship Id="rId10" Type="http://schemas.openxmlformats.org/officeDocument/2006/relationships/tags" Target="../tags/tag1099.xml"/><Relationship Id="rId1" Type="http://schemas.openxmlformats.org/officeDocument/2006/relationships/tags" Target="../tags/tag1090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125.xml"/><Relationship Id="rId3" Type="http://schemas.openxmlformats.org/officeDocument/2006/relationships/tags" Target="../tags/tag1124.xml"/><Relationship Id="rId2" Type="http://schemas.openxmlformats.org/officeDocument/2006/relationships/tags" Target="../tags/tag1123.xml"/><Relationship Id="rId1" Type="http://schemas.openxmlformats.org/officeDocument/2006/relationships/tags" Target="../tags/tag112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134.xml"/><Relationship Id="rId8" Type="http://schemas.openxmlformats.org/officeDocument/2006/relationships/tags" Target="../tags/tag1133.xml"/><Relationship Id="rId7" Type="http://schemas.openxmlformats.org/officeDocument/2006/relationships/tags" Target="../tags/tag1132.xml"/><Relationship Id="rId6" Type="http://schemas.openxmlformats.org/officeDocument/2006/relationships/tags" Target="../tags/tag1131.xml"/><Relationship Id="rId5" Type="http://schemas.openxmlformats.org/officeDocument/2006/relationships/tags" Target="../tags/tag1130.xml"/><Relationship Id="rId4" Type="http://schemas.openxmlformats.org/officeDocument/2006/relationships/tags" Target="../tags/tag1129.xml"/><Relationship Id="rId3" Type="http://schemas.openxmlformats.org/officeDocument/2006/relationships/tags" Target="../tags/tag1128.xml"/><Relationship Id="rId2" Type="http://schemas.openxmlformats.org/officeDocument/2006/relationships/tags" Target="../tags/tag1127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138.xml"/><Relationship Id="rId12" Type="http://schemas.openxmlformats.org/officeDocument/2006/relationships/tags" Target="../tags/tag1137.xml"/><Relationship Id="rId11" Type="http://schemas.openxmlformats.org/officeDocument/2006/relationships/tags" Target="../tags/tag1136.xml"/><Relationship Id="rId10" Type="http://schemas.openxmlformats.org/officeDocument/2006/relationships/tags" Target="../tags/tag1135.xml"/><Relationship Id="rId1" Type="http://schemas.openxmlformats.org/officeDocument/2006/relationships/tags" Target="../tags/tag1126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1147.xml"/><Relationship Id="rId82" Type="http://schemas.openxmlformats.org/officeDocument/2006/relationships/slideLayout" Target="../slideLayouts/slideLayout17.xml"/><Relationship Id="rId81" Type="http://schemas.openxmlformats.org/officeDocument/2006/relationships/tags" Target="../tags/tag1219.xml"/><Relationship Id="rId80" Type="http://schemas.openxmlformats.org/officeDocument/2006/relationships/tags" Target="../tags/tag1218.xml"/><Relationship Id="rId8" Type="http://schemas.openxmlformats.org/officeDocument/2006/relationships/tags" Target="../tags/tag1146.xml"/><Relationship Id="rId79" Type="http://schemas.openxmlformats.org/officeDocument/2006/relationships/tags" Target="../tags/tag1217.xml"/><Relationship Id="rId78" Type="http://schemas.openxmlformats.org/officeDocument/2006/relationships/tags" Target="../tags/tag1216.xml"/><Relationship Id="rId77" Type="http://schemas.openxmlformats.org/officeDocument/2006/relationships/tags" Target="../tags/tag1215.xml"/><Relationship Id="rId76" Type="http://schemas.openxmlformats.org/officeDocument/2006/relationships/tags" Target="../tags/tag1214.xml"/><Relationship Id="rId75" Type="http://schemas.openxmlformats.org/officeDocument/2006/relationships/tags" Target="../tags/tag1213.xml"/><Relationship Id="rId74" Type="http://schemas.openxmlformats.org/officeDocument/2006/relationships/tags" Target="../tags/tag1212.xml"/><Relationship Id="rId73" Type="http://schemas.openxmlformats.org/officeDocument/2006/relationships/tags" Target="../tags/tag1211.xml"/><Relationship Id="rId72" Type="http://schemas.openxmlformats.org/officeDocument/2006/relationships/tags" Target="../tags/tag1210.xml"/><Relationship Id="rId71" Type="http://schemas.openxmlformats.org/officeDocument/2006/relationships/tags" Target="../tags/tag1209.xml"/><Relationship Id="rId70" Type="http://schemas.openxmlformats.org/officeDocument/2006/relationships/tags" Target="../tags/tag1208.xml"/><Relationship Id="rId7" Type="http://schemas.openxmlformats.org/officeDocument/2006/relationships/tags" Target="../tags/tag1145.xml"/><Relationship Id="rId69" Type="http://schemas.openxmlformats.org/officeDocument/2006/relationships/tags" Target="../tags/tag1207.xml"/><Relationship Id="rId68" Type="http://schemas.openxmlformats.org/officeDocument/2006/relationships/tags" Target="../tags/tag1206.xml"/><Relationship Id="rId67" Type="http://schemas.openxmlformats.org/officeDocument/2006/relationships/tags" Target="../tags/tag1205.xml"/><Relationship Id="rId66" Type="http://schemas.openxmlformats.org/officeDocument/2006/relationships/tags" Target="../tags/tag1204.xml"/><Relationship Id="rId65" Type="http://schemas.openxmlformats.org/officeDocument/2006/relationships/tags" Target="../tags/tag1203.xml"/><Relationship Id="rId64" Type="http://schemas.openxmlformats.org/officeDocument/2006/relationships/tags" Target="../tags/tag1202.xml"/><Relationship Id="rId63" Type="http://schemas.openxmlformats.org/officeDocument/2006/relationships/tags" Target="../tags/tag1201.xml"/><Relationship Id="rId62" Type="http://schemas.openxmlformats.org/officeDocument/2006/relationships/tags" Target="../tags/tag1200.xml"/><Relationship Id="rId61" Type="http://schemas.openxmlformats.org/officeDocument/2006/relationships/tags" Target="../tags/tag1199.xml"/><Relationship Id="rId60" Type="http://schemas.openxmlformats.org/officeDocument/2006/relationships/tags" Target="../tags/tag1198.xml"/><Relationship Id="rId6" Type="http://schemas.openxmlformats.org/officeDocument/2006/relationships/tags" Target="../tags/tag1144.xml"/><Relationship Id="rId59" Type="http://schemas.openxmlformats.org/officeDocument/2006/relationships/tags" Target="../tags/tag1197.xml"/><Relationship Id="rId58" Type="http://schemas.openxmlformats.org/officeDocument/2006/relationships/tags" Target="../tags/tag1196.xml"/><Relationship Id="rId57" Type="http://schemas.openxmlformats.org/officeDocument/2006/relationships/tags" Target="../tags/tag1195.xml"/><Relationship Id="rId56" Type="http://schemas.openxmlformats.org/officeDocument/2006/relationships/tags" Target="../tags/tag1194.xml"/><Relationship Id="rId55" Type="http://schemas.openxmlformats.org/officeDocument/2006/relationships/tags" Target="../tags/tag1193.xml"/><Relationship Id="rId54" Type="http://schemas.openxmlformats.org/officeDocument/2006/relationships/tags" Target="../tags/tag1192.xml"/><Relationship Id="rId53" Type="http://schemas.openxmlformats.org/officeDocument/2006/relationships/tags" Target="../tags/tag1191.xml"/><Relationship Id="rId52" Type="http://schemas.openxmlformats.org/officeDocument/2006/relationships/tags" Target="../tags/tag1190.xml"/><Relationship Id="rId51" Type="http://schemas.openxmlformats.org/officeDocument/2006/relationships/tags" Target="../tags/tag1189.xml"/><Relationship Id="rId50" Type="http://schemas.openxmlformats.org/officeDocument/2006/relationships/tags" Target="../tags/tag1188.xml"/><Relationship Id="rId5" Type="http://schemas.openxmlformats.org/officeDocument/2006/relationships/tags" Target="../tags/tag1143.xml"/><Relationship Id="rId49" Type="http://schemas.openxmlformats.org/officeDocument/2006/relationships/tags" Target="../tags/tag1187.xml"/><Relationship Id="rId48" Type="http://schemas.openxmlformats.org/officeDocument/2006/relationships/tags" Target="../tags/tag1186.xml"/><Relationship Id="rId47" Type="http://schemas.openxmlformats.org/officeDocument/2006/relationships/tags" Target="../tags/tag1185.xml"/><Relationship Id="rId46" Type="http://schemas.openxmlformats.org/officeDocument/2006/relationships/tags" Target="../tags/tag1184.xml"/><Relationship Id="rId45" Type="http://schemas.openxmlformats.org/officeDocument/2006/relationships/tags" Target="../tags/tag1183.xml"/><Relationship Id="rId44" Type="http://schemas.openxmlformats.org/officeDocument/2006/relationships/tags" Target="../tags/tag1182.xml"/><Relationship Id="rId43" Type="http://schemas.openxmlformats.org/officeDocument/2006/relationships/tags" Target="../tags/tag1181.xml"/><Relationship Id="rId42" Type="http://schemas.openxmlformats.org/officeDocument/2006/relationships/tags" Target="../tags/tag1180.xml"/><Relationship Id="rId41" Type="http://schemas.openxmlformats.org/officeDocument/2006/relationships/tags" Target="../tags/tag1179.xml"/><Relationship Id="rId40" Type="http://schemas.openxmlformats.org/officeDocument/2006/relationships/tags" Target="../tags/tag1178.xml"/><Relationship Id="rId4" Type="http://schemas.openxmlformats.org/officeDocument/2006/relationships/tags" Target="../tags/tag1142.xml"/><Relationship Id="rId39" Type="http://schemas.openxmlformats.org/officeDocument/2006/relationships/tags" Target="../tags/tag1177.xml"/><Relationship Id="rId38" Type="http://schemas.openxmlformats.org/officeDocument/2006/relationships/tags" Target="../tags/tag1176.xml"/><Relationship Id="rId37" Type="http://schemas.openxmlformats.org/officeDocument/2006/relationships/tags" Target="../tags/tag1175.xml"/><Relationship Id="rId36" Type="http://schemas.openxmlformats.org/officeDocument/2006/relationships/tags" Target="../tags/tag1174.xml"/><Relationship Id="rId35" Type="http://schemas.openxmlformats.org/officeDocument/2006/relationships/tags" Target="../tags/tag1173.xml"/><Relationship Id="rId34" Type="http://schemas.openxmlformats.org/officeDocument/2006/relationships/tags" Target="../tags/tag1172.xml"/><Relationship Id="rId33" Type="http://schemas.openxmlformats.org/officeDocument/2006/relationships/tags" Target="../tags/tag1171.xml"/><Relationship Id="rId32" Type="http://schemas.openxmlformats.org/officeDocument/2006/relationships/tags" Target="../tags/tag1170.xml"/><Relationship Id="rId31" Type="http://schemas.openxmlformats.org/officeDocument/2006/relationships/tags" Target="../tags/tag1169.xml"/><Relationship Id="rId30" Type="http://schemas.openxmlformats.org/officeDocument/2006/relationships/tags" Target="../tags/tag1168.xml"/><Relationship Id="rId3" Type="http://schemas.openxmlformats.org/officeDocument/2006/relationships/tags" Target="../tags/tag1141.xml"/><Relationship Id="rId29" Type="http://schemas.openxmlformats.org/officeDocument/2006/relationships/tags" Target="../tags/tag1167.xml"/><Relationship Id="rId28" Type="http://schemas.openxmlformats.org/officeDocument/2006/relationships/tags" Target="../tags/tag1166.xml"/><Relationship Id="rId27" Type="http://schemas.openxmlformats.org/officeDocument/2006/relationships/tags" Target="../tags/tag1165.xml"/><Relationship Id="rId26" Type="http://schemas.openxmlformats.org/officeDocument/2006/relationships/tags" Target="../tags/tag1164.xml"/><Relationship Id="rId25" Type="http://schemas.openxmlformats.org/officeDocument/2006/relationships/tags" Target="../tags/tag1163.xml"/><Relationship Id="rId24" Type="http://schemas.openxmlformats.org/officeDocument/2006/relationships/tags" Target="../tags/tag1162.xml"/><Relationship Id="rId23" Type="http://schemas.openxmlformats.org/officeDocument/2006/relationships/tags" Target="../tags/tag1161.xml"/><Relationship Id="rId22" Type="http://schemas.openxmlformats.org/officeDocument/2006/relationships/tags" Target="../tags/tag1160.xml"/><Relationship Id="rId21" Type="http://schemas.openxmlformats.org/officeDocument/2006/relationships/tags" Target="../tags/tag1159.xml"/><Relationship Id="rId20" Type="http://schemas.openxmlformats.org/officeDocument/2006/relationships/tags" Target="../tags/tag1158.xml"/><Relationship Id="rId2" Type="http://schemas.openxmlformats.org/officeDocument/2006/relationships/tags" Target="../tags/tag1140.xml"/><Relationship Id="rId19" Type="http://schemas.openxmlformats.org/officeDocument/2006/relationships/tags" Target="../tags/tag1157.xml"/><Relationship Id="rId18" Type="http://schemas.openxmlformats.org/officeDocument/2006/relationships/tags" Target="../tags/tag1156.xml"/><Relationship Id="rId17" Type="http://schemas.openxmlformats.org/officeDocument/2006/relationships/tags" Target="../tags/tag1155.xml"/><Relationship Id="rId16" Type="http://schemas.openxmlformats.org/officeDocument/2006/relationships/tags" Target="../tags/tag1154.xml"/><Relationship Id="rId15" Type="http://schemas.openxmlformats.org/officeDocument/2006/relationships/tags" Target="../tags/tag1153.xml"/><Relationship Id="rId14" Type="http://schemas.openxmlformats.org/officeDocument/2006/relationships/tags" Target="../tags/tag1152.xml"/><Relationship Id="rId13" Type="http://schemas.openxmlformats.org/officeDocument/2006/relationships/tags" Target="../tags/tag1151.xml"/><Relationship Id="rId12" Type="http://schemas.openxmlformats.org/officeDocument/2006/relationships/tags" Target="../tags/tag1150.xml"/><Relationship Id="rId11" Type="http://schemas.openxmlformats.org/officeDocument/2006/relationships/tags" Target="../tags/tag1149.xml"/><Relationship Id="rId10" Type="http://schemas.openxmlformats.org/officeDocument/2006/relationships/tags" Target="../tags/tag1148.xml"/><Relationship Id="rId1" Type="http://schemas.openxmlformats.org/officeDocument/2006/relationships/tags" Target="../tags/tag1139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67.xml"/><Relationship Id="rId4" Type="http://schemas.openxmlformats.org/officeDocument/2006/relationships/tags" Target="../tags/tag1223.xml"/><Relationship Id="rId3" Type="http://schemas.openxmlformats.org/officeDocument/2006/relationships/tags" Target="../tags/tag1222.xml"/><Relationship Id="rId2" Type="http://schemas.openxmlformats.org/officeDocument/2006/relationships/tags" Target="../tags/tag1221.xml"/><Relationship Id="rId1" Type="http://schemas.openxmlformats.org/officeDocument/2006/relationships/tags" Target="../tags/tag122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4.svg"/><Relationship Id="rId8" Type="http://schemas.openxmlformats.org/officeDocument/2006/relationships/image" Target="../media/image3.png"/><Relationship Id="rId7" Type="http://schemas.openxmlformats.org/officeDocument/2006/relationships/tags" Target="../tags/tag1230.xml"/><Relationship Id="rId6" Type="http://schemas.openxmlformats.org/officeDocument/2006/relationships/tags" Target="../tags/tag1229.xml"/><Relationship Id="rId5" Type="http://schemas.openxmlformats.org/officeDocument/2006/relationships/tags" Target="../tags/tag1228.xml"/><Relationship Id="rId46" Type="http://schemas.openxmlformats.org/officeDocument/2006/relationships/slideLayout" Target="../slideLayouts/slideLayout17.xml"/><Relationship Id="rId45" Type="http://schemas.openxmlformats.org/officeDocument/2006/relationships/tags" Target="../tags/tag1264.xml"/><Relationship Id="rId44" Type="http://schemas.openxmlformats.org/officeDocument/2006/relationships/tags" Target="../tags/tag1263.xml"/><Relationship Id="rId43" Type="http://schemas.openxmlformats.org/officeDocument/2006/relationships/tags" Target="../tags/tag1262.xml"/><Relationship Id="rId42" Type="http://schemas.openxmlformats.org/officeDocument/2006/relationships/tags" Target="../tags/tag1261.xml"/><Relationship Id="rId41" Type="http://schemas.openxmlformats.org/officeDocument/2006/relationships/tags" Target="../tags/tag1260.xml"/><Relationship Id="rId40" Type="http://schemas.openxmlformats.org/officeDocument/2006/relationships/tags" Target="../tags/tag1259.xml"/><Relationship Id="rId4" Type="http://schemas.openxmlformats.org/officeDocument/2006/relationships/tags" Target="../tags/tag1227.xml"/><Relationship Id="rId39" Type="http://schemas.openxmlformats.org/officeDocument/2006/relationships/tags" Target="../tags/tag1258.xml"/><Relationship Id="rId38" Type="http://schemas.openxmlformats.org/officeDocument/2006/relationships/tags" Target="../tags/tag1257.xml"/><Relationship Id="rId37" Type="http://schemas.openxmlformats.org/officeDocument/2006/relationships/tags" Target="../tags/tag1256.xml"/><Relationship Id="rId36" Type="http://schemas.openxmlformats.org/officeDocument/2006/relationships/tags" Target="../tags/tag1255.xml"/><Relationship Id="rId35" Type="http://schemas.openxmlformats.org/officeDocument/2006/relationships/tags" Target="../tags/tag1254.xml"/><Relationship Id="rId34" Type="http://schemas.openxmlformats.org/officeDocument/2006/relationships/tags" Target="../tags/tag1253.xml"/><Relationship Id="rId33" Type="http://schemas.openxmlformats.org/officeDocument/2006/relationships/tags" Target="../tags/tag1252.xml"/><Relationship Id="rId32" Type="http://schemas.openxmlformats.org/officeDocument/2006/relationships/tags" Target="../tags/tag1251.xml"/><Relationship Id="rId31" Type="http://schemas.openxmlformats.org/officeDocument/2006/relationships/tags" Target="../tags/tag1250.xml"/><Relationship Id="rId30" Type="http://schemas.openxmlformats.org/officeDocument/2006/relationships/tags" Target="../tags/tag1249.xml"/><Relationship Id="rId3" Type="http://schemas.openxmlformats.org/officeDocument/2006/relationships/tags" Target="../tags/tag1226.xml"/><Relationship Id="rId29" Type="http://schemas.openxmlformats.org/officeDocument/2006/relationships/tags" Target="../tags/tag1248.xml"/><Relationship Id="rId28" Type="http://schemas.openxmlformats.org/officeDocument/2006/relationships/tags" Target="../tags/tag1247.xml"/><Relationship Id="rId27" Type="http://schemas.openxmlformats.org/officeDocument/2006/relationships/tags" Target="../tags/tag1246.xml"/><Relationship Id="rId26" Type="http://schemas.openxmlformats.org/officeDocument/2006/relationships/tags" Target="../tags/tag1245.xml"/><Relationship Id="rId25" Type="http://schemas.openxmlformats.org/officeDocument/2006/relationships/tags" Target="../tags/tag1244.xml"/><Relationship Id="rId24" Type="http://schemas.openxmlformats.org/officeDocument/2006/relationships/tags" Target="../tags/tag1243.xml"/><Relationship Id="rId23" Type="http://schemas.openxmlformats.org/officeDocument/2006/relationships/tags" Target="../tags/tag1242.xml"/><Relationship Id="rId22" Type="http://schemas.openxmlformats.org/officeDocument/2006/relationships/tags" Target="../tags/tag1241.xml"/><Relationship Id="rId21" Type="http://schemas.openxmlformats.org/officeDocument/2006/relationships/tags" Target="../tags/tag1240.xml"/><Relationship Id="rId20" Type="http://schemas.openxmlformats.org/officeDocument/2006/relationships/tags" Target="../tags/tag1239.xml"/><Relationship Id="rId2" Type="http://schemas.openxmlformats.org/officeDocument/2006/relationships/tags" Target="../tags/tag1225.xml"/><Relationship Id="rId19" Type="http://schemas.openxmlformats.org/officeDocument/2006/relationships/tags" Target="../tags/tag1238.xml"/><Relationship Id="rId18" Type="http://schemas.openxmlformats.org/officeDocument/2006/relationships/tags" Target="../tags/tag1237.xml"/><Relationship Id="rId17" Type="http://schemas.openxmlformats.org/officeDocument/2006/relationships/image" Target="../media/image30.svg"/><Relationship Id="rId16" Type="http://schemas.openxmlformats.org/officeDocument/2006/relationships/image" Target="../media/image29.png"/><Relationship Id="rId15" Type="http://schemas.openxmlformats.org/officeDocument/2006/relationships/tags" Target="../tags/tag1236.xml"/><Relationship Id="rId14" Type="http://schemas.openxmlformats.org/officeDocument/2006/relationships/tags" Target="../tags/tag1235.xml"/><Relationship Id="rId13" Type="http://schemas.openxmlformats.org/officeDocument/2006/relationships/tags" Target="../tags/tag1234.xml"/><Relationship Id="rId12" Type="http://schemas.openxmlformats.org/officeDocument/2006/relationships/tags" Target="../tags/tag1233.xml"/><Relationship Id="rId11" Type="http://schemas.openxmlformats.org/officeDocument/2006/relationships/tags" Target="../tags/tag1232.xml"/><Relationship Id="rId10" Type="http://schemas.openxmlformats.org/officeDocument/2006/relationships/tags" Target="../tags/tag1231.xml"/><Relationship Id="rId1" Type="http://schemas.openxmlformats.org/officeDocument/2006/relationships/tags" Target="../tags/tag1224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3.xml"/><Relationship Id="rId4" Type="http://schemas.openxmlformats.org/officeDocument/2006/relationships/tags" Target="../tags/tag1268.xml"/><Relationship Id="rId3" Type="http://schemas.openxmlformats.org/officeDocument/2006/relationships/tags" Target="../tags/tag1267.xml"/><Relationship Id="rId2" Type="http://schemas.openxmlformats.org/officeDocument/2006/relationships/tags" Target="../tags/tag1266.xml"/><Relationship Id="rId1" Type="http://schemas.openxmlformats.org/officeDocument/2006/relationships/tags" Target="../tags/tag1265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2.svg"/><Relationship Id="rId8" Type="http://schemas.openxmlformats.org/officeDocument/2006/relationships/image" Target="../media/image31.png"/><Relationship Id="rId7" Type="http://schemas.openxmlformats.org/officeDocument/2006/relationships/tags" Target="../tags/tag1275.xml"/><Relationship Id="rId6" Type="http://schemas.openxmlformats.org/officeDocument/2006/relationships/tags" Target="../tags/tag1274.xml"/><Relationship Id="rId5" Type="http://schemas.openxmlformats.org/officeDocument/2006/relationships/tags" Target="../tags/tag1273.xml"/><Relationship Id="rId43" Type="http://schemas.openxmlformats.org/officeDocument/2006/relationships/slideLayout" Target="../slideLayouts/slideLayout17.xml"/><Relationship Id="rId42" Type="http://schemas.openxmlformats.org/officeDocument/2006/relationships/tags" Target="../tags/tag1304.xml"/><Relationship Id="rId41" Type="http://schemas.openxmlformats.org/officeDocument/2006/relationships/tags" Target="../tags/tag1303.xml"/><Relationship Id="rId40" Type="http://schemas.openxmlformats.org/officeDocument/2006/relationships/tags" Target="../tags/tag1302.xml"/><Relationship Id="rId4" Type="http://schemas.openxmlformats.org/officeDocument/2006/relationships/tags" Target="../tags/tag1272.xml"/><Relationship Id="rId39" Type="http://schemas.openxmlformats.org/officeDocument/2006/relationships/tags" Target="../tags/tag1301.xml"/><Relationship Id="rId38" Type="http://schemas.openxmlformats.org/officeDocument/2006/relationships/tags" Target="../tags/tag1300.xml"/><Relationship Id="rId37" Type="http://schemas.openxmlformats.org/officeDocument/2006/relationships/tags" Target="../tags/tag1299.xml"/><Relationship Id="rId36" Type="http://schemas.openxmlformats.org/officeDocument/2006/relationships/tags" Target="../tags/tag1298.xml"/><Relationship Id="rId35" Type="http://schemas.openxmlformats.org/officeDocument/2006/relationships/tags" Target="../tags/tag1297.xml"/><Relationship Id="rId34" Type="http://schemas.openxmlformats.org/officeDocument/2006/relationships/tags" Target="../tags/tag1296.xml"/><Relationship Id="rId33" Type="http://schemas.openxmlformats.org/officeDocument/2006/relationships/tags" Target="../tags/tag1295.xml"/><Relationship Id="rId32" Type="http://schemas.openxmlformats.org/officeDocument/2006/relationships/tags" Target="../tags/tag1294.xml"/><Relationship Id="rId31" Type="http://schemas.openxmlformats.org/officeDocument/2006/relationships/tags" Target="../tags/tag1293.xml"/><Relationship Id="rId30" Type="http://schemas.openxmlformats.org/officeDocument/2006/relationships/tags" Target="../tags/tag1292.xml"/><Relationship Id="rId3" Type="http://schemas.openxmlformats.org/officeDocument/2006/relationships/tags" Target="../tags/tag1271.xml"/><Relationship Id="rId29" Type="http://schemas.openxmlformats.org/officeDocument/2006/relationships/tags" Target="../tags/tag1291.xml"/><Relationship Id="rId28" Type="http://schemas.openxmlformats.org/officeDocument/2006/relationships/tags" Target="../tags/tag1290.xml"/><Relationship Id="rId27" Type="http://schemas.openxmlformats.org/officeDocument/2006/relationships/tags" Target="../tags/tag1289.xml"/><Relationship Id="rId26" Type="http://schemas.openxmlformats.org/officeDocument/2006/relationships/tags" Target="../tags/tag1288.xml"/><Relationship Id="rId25" Type="http://schemas.openxmlformats.org/officeDocument/2006/relationships/tags" Target="../tags/tag1287.xml"/><Relationship Id="rId24" Type="http://schemas.openxmlformats.org/officeDocument/2006/relationships/tags" Target="../tags/tag1286.xml"/><Relationship Id="rId23" Type="http://schemas.openxmlformats.org/officeDocument/2006/relationships/image" Target="../media/image36.svg"/><Relationship Id="rId22" Type="http://schemas.openxmlformats.org/officeDocument/2006/relationships/image" Target="../media/image35.png"/><Relationship Id="rId21" Type="http://schemas.openxmlformats.org/officeDocument/2006/relationships/tags" Target="../tags/tag1285.xml"/><Relationship Id="rId20" Type="http://schemas.openxmlformats.org/officeDocument/2006/relationships/tags" Target="../tags/tag1284.xml"/><Relationship Id="rId2" Type="http://schemas.openxmlformats.org/officeDocument/2006/relationships/tags" Target="../tags/tag1270.xml"/><Relationship Id="rId19" Type="http://schemas.openxmlformats.org/officeDocument/2006/relationships/tags" Target="../tags/tag1283.xml"/><Relationship Id="rId18" Type="http://schemas.openxmlformats.org/officeDocument/2006/relationships/tags" Target="../tags/tag1282.xml"/><Relationship Id="rId17" Type="http://schemas.openxmlformats.org/officeDocument/2006/relationships/tags" Target="../tags/tag1281.xml"/><Relationship Id="rId16" Type="http://schemas.openxmlformats.org/officeDocument/2006/relationships/image" Target="../media/image34.svg"/><Relationship Id="rId15" Type="http://schemas.openxmlformats.org/officeDocument/2006/relationships/image" Target="../media/image33.png"/><Relationship Id="rId14" Type="http://schemas.openxmlformats.org/officeDocument/2006/relationships/tags" Target="../tags/tag1280.xml"/><Relationship Id="rId13" Type="http://schemas.openxmlformats.org/officeDocument/2006/relationships/tags" Target="../tags/tag1279.xml"/><Relationship Id="rId12" Type="http://schemas.openxmlformats.org/officeDocument/2006/relationships/tags" Target="../tags/tag1278.xml"/><Relationship Id="rId11" Type="http://schemas.openxmlformats.org/officeDocument/2006/relationships/tags" Target="../tags/tag1277.xml"/><Relationship Id="rId10" Type="http://schemas.openxmlformats.org/officeDocument/2006/relationships/tags" Target="../tags/tag1276.xml"/><Relationship Id="rId1" Type="http://schemas.openxmlformats.org/officeDocument/2006/relationships/tags" Target="../tags/tag126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20-&#20984;&#27169;_20260623_17390930.mp4" TargetMode="External"/><Relationship Id="rId8" Type="http://schemas.openxmlformats.org/officeDocument/2006/relationships/tags" Target="../tags/tag1312.xml"/><Relationship Id="rId7" Type="http://schemas.openxmlformats.org/officeDocument/2006/relationships/tags" Target="../tags/tag1311.xml"/><Relationship Id="rId6" Type="http://schemas.openxmlformats.org/officeDocument/2006/relationships/tags" Target="../tags/tag1310.xml"/><Relationship Id="rId5" Type="http://schemas.openxmlformats.org/officeDocument/2006/relationships/tags" Target="../tags/tag1309.xml"/><Relationship Id="rId4" Type="http://schemas.openxmlformats.org/officeDocument/2006/relationships/tags" Target="../tags/tag1308.xml"/><Relationship Id="rId3" Type="http://schemas.openxmlformats.org/officeDocument/2006/relationships/tags" Target="../tags/tag1307.xml"/><Relationship Id="rId2" Type="http://schemas.openxmlformats.org/officeDocument/2006/relationships/tags" Target="../tags/tag130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14.xml"/><Relationship Id="rId12" Type="http://schemas.openxmlformats.org/officeDocument/2006/relationships/image" Target="../media/image37.png"/><Relationship Id="rId11" Type="http://schemas.openxmlformats.org/officeDocument/2006/relationships/tags" Target="../tags/tag1313.xml"/><Relationship Id="rId10" Type="http://schemas.microsoft.com/office/2007/relationships/media" Target="file:///C:\Users\An\Desktop\&#25991;&#20214;\&#35838;&#31243;&#20316;&#19994;\&#26426;&#26800;CAD&#35838;&#35774;\&#21387;&#32553;&#21518;\&#24037;&#24207;20-&#20984;&#27169;_20260623_17390930.mp4" TargetMode="External"/><Relationship Id="rId1" Type="http://schemas.openxmlformats.org/officeDocument/2006/relationships/tags" Target="../tags/tag130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30-&#20984;&#27169;_20260623_17405118.mp4" TargetMode="External"/><Relationship Id="rId8" Type="http://schemas.openxmlformats.org/officeDocument/2006/relationships/tags" Target="../tags/tag1322.xml"/><Relationship Id="rId7" Type="http://schemas.openxmlformats.org/officeDocument/2006/relationships/tags" Target="../tags/tag1321.xml"/><Relationship Id="rId6" Type="http://schemas.openxmlformats.org/officeDocument/2006/relationships/tags" Target="../tags/tag1320.xml"/><Relationship Id="rId5" Type="http://schemas.openxmlformats.org/officeDocument/2006/relationships/tags" Target="../tags/tag1319.xml"/><Relationship Id="rId4" Type="http://schemas.openxmlformats.org/officeDocument/2006/relationships/tags" Target="../tags/tag1318.xml"/><Relationship Id="rId3" Type="http://schemas.openxmlformats.org/officeDocument/2006/relationships/tags" Target="../tags/tag1317.xml"/><Relationship Id="rId2" Type="http://schemas.openxmlformats.org/officeDocument/2006/relationships/tags" Target="../tags/tag131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24.xml"/><Relationship Id="rId12" Type="http://schemas.openxmlformats.org/officeDocument/2006/relationships/image" Target="../media/image38.png"/><Relationship Id="rId11" Type="http://schemas.openxmlformats.org/officeDocument/2006/relationships/tags" Target="../tags/tag1323.xml"/><Relationship Id="rId10" Type="http://schemas.microsoft.com/office/2007/relationships/media" Target="file:///C:\Users\An\Desktop\&#25991;&#20214;\&#35838;&#31243;&#20316;&#19994;\&#26426;&#26800;CAD&#35838;&#35774;\&#21387;&#32553;&#21518;\&#24037;&#24207;30-&#20984;&#27169;_20260623_17405118.mp4" TargetMode="External"/><Relationship Id="rId1" Type="http://schemas.openxmlformats.org/officeDocument/2006/relationships/tags" Target="../tags/tag1315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50-&#20984;&#27169;_20260623_17415315.mp4" TargetMode="External"/><Relationship Id="rId8" Type="http://schemas.openxmlformats.org/officeDocument/2006/relationships/tags" Target="../tags/tag1332.xml"/><Relationship Id="rId7" Type="http://schemas.openxmlformats.org/officeDocument/2006/relationships/tags" Target="../tags/tag1331.xml"/><Relationship Id="rId6" Type="http://schemas.openxmlformats.org/officeDocument/2006/relationships/tags" Target="../tags/tag1330.xml"/><Relationship Id="rId5" Type="http://schemas.openxmlformats.org/officeDocument/2006/relationships/tags" Target="../tags/tag1329.xml"/><Relationship Id="rId4" Type="http://schemas.openxmlformats.org/officeDocument/2006/relationships/tags" Target="../tags/tag1328.xml"/><Relationship Id="rId3" Type="http://schemas.openxmlformats.org/officeDocument/2006/relationships/tags" Target="../tags/tag1327.xml"/><Relationship Id="rId2" Type="http://schemas.openxmlformats.org/officeDocument/2006/relationships/tags" Target="../tags/tag132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34.xml"/><Relationship Id="rId12" Type="http://schemas.openxmlformats.org/officeDocument/2006/relationships/image" Target="../media/image39.png"/><Relationship Id="rId11" Type="http://schemas.openxmlformats.org/officeDocument/2006/relationships/tags" Target="../tags/tag1333.xml"/><Relationship Id="rId10" Type="http://schemas.microsoft.com/office/2007/relationships/media" Target="file:///C:\Users\An\Desktop\&#25991;&#20214;\&#35838;&#31243;&#20316;&#19994;\&#26426;&#26800;CAD&#35838;&#35774;\&#21387;&#32553;&#21518;\&#24037;&#24207;50-&#20984;&#27169;_20260623_17415315.mp4" TargetMode="External"/><Relationship Id="rId1" Type="http://schemas.openxmlformats.org/officeDocument/2006/relationships/tags" Target="../tags/tag1325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20-&#20985;&#27169;_20260623_17383353.mp4" TargetMode="External"/><Relationship Id="rId8" Type="http://schemas.openxmlformats.org/officeDocument/2006/relationships/tags" Target="../tags/tag1342.xml"/><Relationship Id="rId7" Type="http://schemas.openxmlformats.org/officeDocument/2006/relationships/tags" Target="../tags/tag1341.xml"/><Relationship Id="rId6" Type="http://schemas.openxmlformats.org/officeDocument/2006/relationships/tags" Target="../tags/tag1340.xml"/><Relationship Id="rId5" Type="http://schemas.openxmlformats.org/officeDocument/2006/relationships/tags" Target="../tags/tag1339.xml"/><Relationship Id="rId4" Type="http://schemas.openxmlformats.org/officeDocument/2006/relationships/tags" Target="../tags/tag1338.xml"/><Relationship Id="rId3" Type="http://schemas.openxmlformats.org/officeDocument/2006/relationships/tags" Target="../tags/tag1337.xml"/><Relationship Id="rId2" Type="http://schemas.openxmlformats.org/officeDocument/2006/relationships/tags" Target="../tags/tag133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44.xml"/><Relationship Id="rId12" Type="http://schemas.openxmlformats.org/officeDocument/2006/relationships/image" Target="../media/image40.png"/><Relationship Id="rId11" Type="http://schemas.openxmlformats.org/officeDocument/2006/relationships/tags" Target="../tags/tag1343.xml"/><Relationship Id="rId10" Type="http://schemas.microsoft.com/office/2007/relationships/media" Target="file:///C:\Users\An\Desktop\&#25991;&#20214;\&#35838;&#31243;&#20316;&#19994;\&#26426;&#26800;CAD&#35838;&#35774;\&#21387;&#32553;&#21518;\&#24037;&#24207;20-&#20985;&#27169;_20260623_17383353.mp4" TargetMode="External"/><Relationship Id="rId1" Type="http://schemas.openxmlformats.org/officeDocument/2006/relationships/tags" Target="../tags/tag1335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30-&#20985;&#27169;_20260623_17401850.mp4" TargetMode="External"/><Relationship Id="rId8" Type="http://schemas.openxmlformats.org/officeDocument/2006/relationships/tags" Target="../tags/tag1352.xml"/><Relationship Id="rId7" Type="http://schemas.openxmlformats.org/officeDocument/2006/relationships/tags" Target="../tags/tag1351.xml"/><Relationship Id="rId6" Type="http://schemas.openxmlformats.org/officeDocument/2006/relationships/tags" Target="../tags/tag1350.xml"/><Relationship Id="rId5" Type="http://schemas.openxmlformats.org/officeDocument/2006/relationships/tags" Target="../tags/tag1349.xml"/><Relationship Id="rId4" Type="http://schemas.openxmlformats.org/officeDocument/2006/relationships/tags" Target="../tags/tag1348.xml"/><Relationship Id="rId3" Type="http://schemas.openxmlformats.org/officeDocument/2006/relationships/tags" Target="../tags/tag1347.xml"/><Relationship Id="rId2" Type="http://schemas.openxmlformats.org/officeDocument/2006/relationships/tags" Target="../tags/tag134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54.xml"/><Relationship Id="rId12" Type="http://schemas.openxmlformats.org/officeDocument/2006/relationships/image" Target="../media/image41.png"/><Relationship Id="rId11" Type="http://schemas.openxmlformats.org/officeDocument/2006/relationships/tags" Target="../tags/tag1353.xml"/><Relationship Id="rId10" Type="http://schemas.microsoft.com/office/2007/relationships/media" Target="file:///C:\Users\An\Desktop\&#25991;&#20214;\&#35838;&#31243;&#20316;&#19994;\&#26426;&#26800;CAD&#35838;&#35774;\&#21387;&#32553;&#21518;\&#24037;&#24207;30-&#20985;&#27169;_20260623_17401850.mp4" TargetMode="External"/><Relationship Id="rId1" Type="http://schemas.openxmlformats.org/officeDocument/2006/relationships/tags" Target="../tags/tag1345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video" Target="file:///C:\Users\An\Desktop\&#25991;&#20214;\&#35838;&#31243;&#20316;&#19994;\&#26426;&#26800;CAD&#35838;&#35774;\&#21387;&#32553;&#21518;\&#24037;&#24207;70-&#20985;&#27169;_20260623_17375556.mp4" TargetMode="External"/><Relationship Id="rId8" Type="http://schemas.openxmlformats.org/officeDocument/2006/relationships/tags" Target="../tags/tag1362.xml"/><Relationship Id="rId7" Type="http://schemas.openxmlformats.org/officeDocument/2006/relationships/tags" Target="../tags/tag1361.xml"/><Relationship Id="rId6" Type="http://schemas.openxmlformats.org/officeDocument/2006/relationships/tags" Target="../tags/tag1360.xml"/><Relationship Id="rId5" Type="http://schemas.openxmlformats.org/officeDocument/2006/relationships/tags" Target="../tags/tag1359.xml"/><Relationship Id="rId4" Type="http://schemas.openxmlformats.org/officeDocument/2006/relationships/tags" Target="../tags/tag1358.xml"/><Relationship Id="rId3" Type="http://schemas.openxmlformats.org/officeDocument/2006/relationships/tags" Target="../tags/tag1357.xml"/><Relationship Id="rId2" Type="http://schemas.openxmlformats.org/officeDocument/2006/relationships/tags" Target="../tags/tag1356.xml"/><Relationship Id="rId14" Type="http://schemas.openxmlformats.org/officeDocument/2006/relationships/slideLayout" Target="../slideLayouts/slideLayout17.xml"/><Relationship Id="rId13" Type="http://schemas.openxmlformats.org/officeDocument/2006/relationships/tags" Target="../tags/tag1364.xml"/><Relationship Id="rId12" Type="http://schemas.openxmlformats.org/officeDocument/2006/relationships/image" Target="../media/image42.png"/><Relationship Id="rId11" Type="http://schemas.openxmlformats.org/officeDocument/2006/relationships/tags" Target="../tags/tag1363.xml"/><Relationship Id="rId10" Type="http://schemas.microsoft.com/office/2007/relationships/media" Target="file:///C:\Users\An\Desktop\&#25991;&#20214;\&#35838;&#31243;&#20316;&#19994;\&#26426;&#26800;CAD&#35838;&#35774;\&#21387;&#32553;&#21518;\&#24037;&#24207;70-&#20985;&#27169;_20260623_17375556.mp4" TargetMode="External"/><Relationship Id="rId1" Type="http://schemas.openxmlformats.org/officeDocument/2006/relationships/tags" Target="../tags/tag1355.xml"/></Relationships>
</file>

<file path=ppt/slides/_rels/slide2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85.xml"/><Relationship Id="rId4" Type="http://schemas.openxmlformats.org/officeDocument/2006/relationships/tags" Target="../tags/tag1368.xml"/><Relationship Id="rId3" Type="http://schemas.openxmlformats.org/officeDocument/2006/relationships/tags" Target="../tags/tag1367.xml"/><Relationship Id="rId2" Type="http://schemas.openxmlformats.org/officeDocument/2006/relationships/tags" Target="../tags/tag1366.xml"/><Relationship Id="rId1" Type="http://schemas.openxmlformats.org/officeDocument/2006/relationships/tags" Target="../tags/tag1365.xml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1377.xml"/><Relationship Id="rId8" Type="http://schemas.openxmlformats.org/officeDocument/2006/relationships/tags" Target="../tags/tag1376.xml"/><Relationship Id="rId76" Type="http://schemas.openxmlformats.org/officeDocument/2006/relationships/slideLayout" Target="../slideLayouts/slideLayout17.xml"/><Relationship Id="rId75" Type="http://schemas.openxmlformats.org/officeDocument/2006/relationships/tags" Target="../tags/tag1417.xml"/><Relationship Id="rId74" Type="http://schemas.openxmlformats.org/officeDocument/2006/relationships/tags" Target="../tags/tag1416.xml"/><Relationship Id="rId73" Type="http://schemas.openxmlformats.org/officeDocument/2006/relationships/image" Target="../media/image68.svg"/><Relationship Id="rId72" Type="http://schemas.openxmlformats.org/officeDocument/2006/relationships/image" Target="../media/image67.png"/><Relationship Id="rId71" Type="http://schemas.openxmlformats.org/officeDocument/2006/relationships/tags" Target="../tags/tag1415.xml"/><Relationship Id="rId70" Type="http://schemas.openxmlformats.org/officeDocument/2006/relationships/tags" Target="../tags/tag1414.xml"/><Relationship Id="rId7" Type="http://schemas.openxmlformats.org/officeDocument/2006/relationships/tags" Target="../tags/tag1375.xml"/><Relationship Id="rId69" Type="http://schemas.openxmlformats.org/officeDocument/2006/relationships/tags" Target="../tags/tag1413.xml"/><Relationship Id="rId68" Type="http://schemas.openxmlformats.org/officeDocument/2006/relationships/image" Target="../media/image66.svg"/><Relationship Id="rId67" Type="http://schemas.openxmlformats.org/officeDocument/2006/relationships/image" Target="../media/image65.png"/><Relationship Id="rId66" Type="http://schemas.openxmlformats.org/officeDocument/2006/relationships/tags" Target="../tags/tag1412.xml"/><Relationship Id="rId65" Type="http://schemas.openxmlformats.org/officeDocument/2006/relationships/tags" Target="../tags/tag1411.xml"/><Relationship Id="rId64" Type="http://schemas.openxmlformats.org/officeDocument/2006/relationships/tags" Target="../tags/tag1410.xml"/><Relationship Id="rId63" Type="http://schemas.openxmlformats.org/officeDocument/2006/relationships/image" Target="../media/image64.svg"/><Relationship Id="rId62" Type="http://schemas.openxmlformats.org/officeDocument/2006/relationships/image" Target="../media/image63.png"/><Relationship Id="rId61" Type="http://schemas.openxmlformats.org/officeDocument/2006/relationships/tags" Target="../tags/tag1409.xml"/><Relationship Id="rId60" Type="http://schemas.openxmlformats.org/officeDocument/2006/relationships/tags" Target="../tags/tag1408.xml"/><Relationship Id="rId6" Type="http://schemas.openxmlformats.org/officeDocument/2006/relationships/tags" Target="../tags/tag1374.xml"/><Relationship Id="rId59" Type="http://schemas.openxmlformats.org/officeDocument/2006/relationships/tags" Target="../tags/tag1407.xml"/><Relationship Id="rId58" Type="http://schemas.openxmlformats.org/officeDocument/2006/relationships/image" Target="../media/image62.svg"/><Relationship Id="rId57" Type="http://schemas.openxmlformats.org/officeDocument/2006/relationships/image" Target="../media/image61.png"/><Relationship Id="rId56" Type="http://schemas.openxmlformats.org/officeDocument/2006/relationships/tags" Target="../tags/tag1406.xml"/><Relationship Id="rId55" Type="http://schemas.openxmlformats.org/officeDocument/2006/relationships/tags" Target="../tags/tag1405.xml"/><Relationship Id="rId54" Type="http://schemas.openxmlformats.org/officeDocument/2006/relationships/tags" Target="../tags/tag1404.xml"/><Relationship Id="rId53" Type="http://schemas.openxmlformats.org/officeDocument/2006/relationships/tags" Target="../tags/tag1403.xml"/><Relationship Id="rId52" Type="http://schemas.openxmlformats.org/officeDocument/2006/relationships/image" Target="../media/image60.svg"/><Relationship Id="rId51" Type="http://schemas.openxmlformats.org/officeDocument/2006/relationships/image" Target="../media/image59.png"/><Relationship Id="rId50" Type="http://schemas.openxmlformats.org/officeDocument/2006/relationships/tags" Target="../tags/tag1402.xml"/><Relationship Id="rId5" Type="http://schemas.openxmlformats.org/officeDocument/2006/relationships/tags" Target="../tags/tag1373.xml"/><Relationship Id="rId49" Type="http://schemas.openxmlformats.org/officeDocument/2006/relationships/tags" Target="../tags/tag1401.xml"/><Relationship Id="rId48" Type="http://schemas.openxmlformats.org/officeDocument/2006/relationships/tags" Target="../tags/tag1400.xml"/><Relationship Id="rId47" Type="http://schemas.openxmlformats.org/officeDocument/2006/relationships/image" Target="../media/image58.svg"/><Relationship Id="rId46" Type="http://schemas.openxmlformats.org/officeDocument/2006/relationships/image" Target="../media/image57.png"/><Relationship Id="rId45" Type="http://schemas.openxmlformats.org/officeDocument/2006/relationships/tags" Target="../tags/tag1399.xml"/><Relationship Id="rId44" Type="http://schemas.openxmlformats.org/officeDocument/2006/relationships/tags" Target="../tags/tag1398.xml"/><Relationship Id="rId43" Type="http://schemas.openxmlformats.org/officeDocument/2006/relationships/tags" Target="../tags/tag1397.xml"/><Relationship Id="rId42" Type="http://schemas.openxmlformats.org/officeDocument/2006/relationships/image" Target="../media/image56.svg"/><Relationship Id="rId41" Type="http://schemas.openxmlformats.org/officeDocument/2006/relationships/image" Target="../media/image55.png"/><Relationship Id="rId40" Type="http://schemas.openxmlformats.org/officeDocument/2006/relationships/tags" Target="../tags/tag1396.xml"/><Relationship Id="rId4" Type="http://schemas.openxmlformats.org/officeDocument/2006/relationships/tags" Target="../tags/tag1372.xml"/><Relationship Id="rId39" Type="http://schemas.openxmlformats.org/officeDocument/2006/relationships/tags" Target="../tags/tag1395.xml"/><Relationship Id="rId38" Type="http://schemas.openxmlformats.org/officeDocument/2006/relationships/tags" Target="../tags/tag1394.xml"/><Relationship Id="rId37" Type="http://schemas.openxmlformats.org/officeDocument/2006/relationships/image" Target="../media/image54.svg"/><Relationship Id="rId36" Type="http://schemas.openxmlformats.org/officeDocument/2006/relationships/image" Target="../media/image53.png"/><Relationship Id="rId35" Type="http://schemas.openxmlformats.org/officeDocument/2006/relationships/tags" Target="../tags/tag1393.xml"/><Relationship Id="rId34" Type="http://schemas.openxmlformats.org/officeDocument/2006/relationships/tags" Target="../tags/tag1392.xml"/><Relationship Id="rId33" Type="http://schemas.openxmlformats.org/officeDocument/2006/relationships/tags" Target="../tags/tag1391.xml"/><Relationship Id="rId32" Type="http://schemas.openxmlformats.org/officeDocument/2006/relationships/tags" Target="../tags/tag1390.xml"/><Relationship Id="rId31" Type="http://schemas.openxmlformats.org/officeDocument/2006/relationships/image" Target="../media/image52.svg"/><Relationship Id="rId30" Type="http://schemas.openxmlformats.org/officeDocument/2006/relationships/image" Target="../media/image51.png"/><Relationship Id="rId3" Type="http://schemas.openxmlformats.org/officeDocument/2006/relationships/tags" Target="../tags/tag1371.xml"/><Relationship Id="rId29" Type="http://schemas.openxmlformats.org/officeDocument/2006/relationships/tags" Target="../tags/tag1389.xml"/><Relationship Id="rId28" Type="http://schemas.openxmlformats.org/officeDocument/2006/relationships/tags" Target="../tags/tag1388.xml"/><Relationship Id="rId27" Type="http://schemas.openxmlformats.org/officeDocument/2006/relationships/tags" Target="../tags/tag1387.xml"/><Relationship Id="rId26" Type="http://schemas.openxmlformats.org/officeDocument/2006/relationships/image" Target="../media/image50.svg"/><Relationship Id="rId25" Type="http://schemas.openxmlformats.org/officeDocument/2006/relationships/image" Target="../media/image49.png"/><Relationship Id="rId24" Type="http://schemas.openxmlformats.org/officeDocument/2006/relationships/tags" Target="../tags/tag1386.xml"/><Relationship Id="rId23" Type="http://schemas.openxmlformats.org/officeDocument/2006/relationships/tags" Target="../tags/tag1385.xml"/><Relationship Id="rId22" Type="http://schemas.openxmlformats.org/officeDocument/2006/relationships/tags" Target="../tags/tag1384.xml"/><Relationship Id="rId21" Type="http://schemas.openxmlformats.org/officeDocument/2006/relationships/image" Target="../media/image48.svg"/><Relationship Id="rId20" Type="http://schemas.openxmlformats.org/officeDocument/2006/relationships/image" Target="../media/image47.png"/><Relationship Id="rId2" Type="http://schemas.openxmlformats.org/officeDocument/2006/relationships/tags" Target="../tags/tag1370.xml"/><Relationship Id="rId19" Type="http://schemas.openxmlformats.org/officeDocument/2006/relationships/tags" Target="../tags/tag1383.xml"/><Relationship Id="rId18" Type="http://schemas.openxmlformats.org/officeDocument/2006/relationships/tags" Target="../tags/tag1382.xml"/><Relationship Id="rId17" Type="http://schemas.openxmlformats.org/officeDocument/2006/relationships/tags" Target="../tags/tag1381.xml"/><Relationship Id="rId16" Type="http://schemas.openxmlformats.org/officeDocument/2006/relationships/image" Target="../media/image46.svg"/><Relationship Id="rId15" Type="http://schemas.openxmlformats.org/officeDocument/2006/relationships/image" Target="../media/image45.png"/><Relationship Id="rId14" Type="http://schemas.openxmlformats.org/officeDocument/2006/relationships/tags" Target="../tags/tag1380.xml"/><Relationship Id="rId13" Type="http://schemas.openxmlformats.org/officeDocument/2006/relationships/tags" Target="../tags/tag1379.xml"/><Relationship Id="rId12" Type="http://schemas.openxmlformats.org/officeDocument/2006/relationships/tags" Target="../tags/tag1378.xml"/><Relationship Id="rId11" Type="http://schemas.openxmlformats.org/officeDocument/2006/relationships/image" Target="../media/image44.svg"/><Relationship Id="rId10" Type="http://schemas.openxmlformats.org/officeDocument/2006/relationships/image" Target="../media/image43.png"/><Relationship Id="rId1" Type="http://schemas.openxmlformats.org/officeDocument/2006/relationships/tags" Target="../tags/tag1369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1426.xml"/><Relationship Id="rId8" Type="http://schemas.openxmlformats.org/officeDocument/2006/relationships/tags" Target="../tags/tag1425.xml"/><Relationship Id="rId7" Type="http://schemas.openxmlformats.org/officeDocument/2006/relationships/tags" Target="../tags/tag1424.xml"/><Relationship Id="rId63" Type="http://schemas.openxmlformats.org/officeDocument/2006/relationships/slideLayout" Target="../slideLayouts/slideLayout17.xml"/><Relationship Id="rId62" Type="http://schemas.openxmlformats.org/officeDocument/2006/relationships/tags" Target="../tags/tag1461.xml"/><Relationship Id="rId61" Type="http://schemas.openxmlformats.org/officeDocument/2006/relationships/tags" Target="../tags/tag1460.xml"/><Relationship Id="rId60" Type="http://schemas.openxmlformats.org/officeDocument/2006/relationships/image" Target="../media/image86.svg"/><Relationship Id="rId6" Type="http://schemas.openxmlformats.org/officeDocument/2006/relationships/tags" Target="../tags/tag1423.xml"/><Relationship Id="rId59" Type="http://schemas.openxmlformats.org/officeDocument/2006/relationships/image" Target="../media/image85.png"/><Relationship Id="rId58" Type="http://schemas.openxmlformats.org/officeDocument/2006/relationships/tags" Target="../tags/tag1459.xml"/><Relationship Id="rId57" Type="http://schemas.openxmlformats.org/officeDocument/2006/relationships/tags" Target="../tags/tag1458.xml"/><Relationship Id="rId56" Type="http://schemas.openxmlformats.org/officeDocument/2006/relationships/tags" Target="../tags/tag1457.xml"/><Relationship Id="rId55" Type="http://schemas.openxmlformats.org/officeDocument/2006/relationships/image" Target="../media/image84.svg"/><Relationship Id="rId54" Type="http://schemas.openxmlformats.org/officeDocument/2006/relationships/image" Target="../media/image83.png"/><Relationship Id="rId53" Type="http://schemas.openxmlformats.org/officeDocument/2006/relationships/tags" Target="../tags/tag1456.xml"/><Relationship Id="rId52" Type="http://schemas.openxmlformats.org/officeDocument/2006/relationships/tags" Target="../tags/tag1455.xml"/><Relationship Id="rId51" Type="http://schemas.openxmlformats.org/officeDocument/2006/relationships/tags" Target="../tags/tag1454.xml"/><Relationship Id="rId50" Type="http://schemas.openxmlformats.org/officeDocument/2006/relationships/image" Target="../media/image82.svg"/><Relationship Id="rId5" Type="http://schemas.openxmlformats.org/officeDocument/2006/relationships/tags" Target="../tags/tag1422.xml"/><Relationship Id="rId49" Type="http://schemas.openxmlformats.org/officeDocument/2006/relationships/image" Target="../media/image81.png"/><Relationship Id="rId48" Type="http://schemas.openxmlformats.org/officeDocument/2006/relationships/tags" Target="../tags/tag1453.xml"/><Relationship Id="rId47" Type="http://schemas.openxmlformats.org/officeDocument/2006/relationships/tags" Target="../tags/tag1452.xml"/><Relationship Id="rId46" Type="http://schemas.openxmlformats.org/officeDocument/2006/relationships/tags" Target="../tags/tag1451.xml"/><Relationship Id="rId45" Type="http://schemas.openxmlformats.org/officeDocument/2006/relationships/tags" Target="../tags/tag1450.xml"/><Relationship Id="rId44" Type="http://schemas.openxmlformats.org/officeDocument/2006/relationships/tags" Target="../tags/tag1449.xml"/><Relationship Id="rId43" Type="http://schemas.openxmlformats.org/officeDocument/2006/relationships/tags" Target="../tags/tag1448.xml"/><Relationship Id="rId42" Type="http://schemas.openxmlformats.org/officeDocument/2006/relationships/tags" Target="../tags/tag1447.xml"/><Relationship Id="rId41" Type="http://schemas.openxmlformats.org/officeDocument/2006/relationships/image" Target="../media/image80.svg"/><Relationship Id="rId40" Type="http://schemas.openxmlformats.org/officeDocument/2006/relationships/image" Target="../media/image79.png"/><Relationship Id="rId4" Type="http://schemas.openxmlformats.org/officeDocument/2006/relationships/tags" Target="../tags/tag1421.xml"/><Relationship Id="rId39" Type="http://schemas.openxmlformats.org/officeDocument/2006/relationships/tags" Target="../tags/tag1446.xml"/><Relationship Id="rId38" Type="http://schemas.openxmlformats.org/officeDocument/2006/relationships/tags" Target="../tags/tag1445.xml"/><Relationship Id="rId37" Type="http://schemas.openxmlformats.org/officeDocument/2006/relationships/tags" Target="../tags/tag1444.xml"/><Relationship Id="rId36" Type="http://schemas.openxmlformats.org/officeDocument/2006/relationships/image" Target="../media/image78.svg"/><Relationship Id="rId35" Type="http://schemas.openxmlformats.org/officeDocument/2006/relationships/image" Target="../media/image77.png"/><Relationship Id="rId34" Type="http://schemas.openxmlformats.org/officeDocument/2006/relationships/tags" Target="../tags/tag1443.xml"/><Relationship Id="rId33" Type="http://schemas.openxmlformats.org/officeDocument/2006/relationships/tags" Target="../tags/tag1442.xml"/><Relationship Id="rId32" Type="http://schemas.openxmlformats.org/officeDocument/2006/relationships/tags" Target="../tags/tag1441.xml"/><Relationship Id="rId31" Type="http://schemas.openxmlformats.org/officeDocument/2006/relationships/image" Target="../media/image76.svg"/><Relationship Id="rId30" Type="http://schemas.openxmlformats.org/officeDocument/2006/relationships/image" Target="../media/image75.png"/><Relationship Id="rId3" Type="http://schemas.openxmlformats.org/officeDocument/2006/relationships/tags" Target="../tags/tag1420.xml"/><Relationship Id="rId29" Type="http://schemas.openxmlformats.org/officeDocument/2006/relationships/tags" Target="../tags/tag1440.xml"/><Relationship Id="rId28" Type="http://schemas.openxmlformats.org/officeDocument/2006/relationships/tags" Target="../tags/tag1439.xml"/><Relationship Id="rId27" Type="http://schemas.openxmlformats.org/officeDocument/2006/relationships/tags" Target="../tags/tag1438.xml"/><Relationship Id="rId26" Type="http://schemas.openxmlformats.org/officeDocument/2006/relationships/tags" Target="../tags/tag1437.xml"/><Relationship Id="rId25" Type="http://schemas.openxmlformats.org/officeDocument/2006/relationships/tags" Target="../tags/tag1436.xml"/><Relationship Id="rId24" Type="http://schemas.openxmlformats.org/officeDocument/2006/relationships/tags" Target="../tags/tag1435.xml"/><Relationship Id="rId23" Type="http://schemas.openxmlformats.org/officeDocument/2006/relationships/tags" Target="../tags/tag1434.xml"/><Relationship Id="rId22" Type="http://schemas.openxmlformats.org/officeDocument/2006/relationships/image" Target="../media/image74.svg"/><Relationship Id="rId21" Type="http://schemas.openxmlformats.org/officeDocument/2006/relationships/image" Target="../media/image73.png"/><Relationship Id="rId20" Type="http://schemas.openxmlformats.org/officeDocument/2006/relationships/tags" Target="../tags/tag1433.xml"/><Relationship Id="rId2" Type="http://schemas.openxmlformats.org/officeDocument/2006/relationships/tags" Target="../tags/tag1419.xml"/><Relationship Id="rId19" Type="http://schemas.openxmlformats.org/officeDocument/2006/relationships/tags" Target="../tags/tag1432.xml"/><Relationship Id="rId18" Type="http://schemas.openxmlformats.org/officeDocument/2006/relationships/tags" Target="../tags/tag1431.xml"/><Relationship Id="rId17" Type="http://schemas.openxmlformats.org/officeDocument/2006/relationships/image" Target="../media/image72.svg"/><Relationship Id="rId16" Type="http://schemas.openxmlformats.org/officeDocument/2006/relationships/image" Target="../media/image71.png"/><Relationship Id="rId15" Type="http://schemas.openxmlformats.org/officeDocument/2006/relationships/tags" Target="../tags/tag1430.xml"/><Relationship Id="rId14" Type="http://schemas.openxmlformats.org/officeDocument/2006/relationships/tags" Target="../tags/tag1429.xml"/><Relationship Id="rId13" Type="http://schemas.openxmlformats.org/officeDocument/2006/relationships/tags" Target="../tags/tag1428.xml"/><Relationship Id="rId12" Type="http://schemas.openxmlformats.org/officeDocument/2006/relationships/image" Target="../media/image70.svg"/><Relationship Id="rId11" Type="http://schemas.openxmlformats.org/officeDocument/2006/relationships/image" Target="../media/image69.png"/><Relationship Id="rId10" Type="http://schemas.openxmlformats.org/officeDocument/2006/relationships/tags" Target="../tags/tag1427.xml"/><Relationship Id="rId1" Type="http://schemas.openxmlformats.org/officeDocument/2006/relationships/tags" Target="../tags/tag1418.xml"/></Relationships>
</file>

<file path=ppt/slides/_rels/slide2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11.xml"/><Relationship Id="rId3" Type="http://schemas.openxmlformats.org/officeDocument/2006/relationships/tags" Target="../tags/tag1464.xml"/><Relationship Id="rId2" Type="http://schemas.openxmlformats.org/officeDocument/2006/relationships/tags" Target="../tags/tag1463.xml"/><Relationship Id="rId1" Type="http://schemas.openxmlformats.org/officeDocument/2006/relationships/tags" Target="../tags/tag14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标题 4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2054860" y="2066290"/>
            <a:ext cx="8609965" cy="1118235"/>
          </a:xfrm>
        </p:spPr>
        <p:txBody>
          <a:bodyPr>
            <a:normAutofit fontScale="90000"/>
          </a:bodyPr>
          <a:p>
            <a:pPr marL="0" indent="0" algn="ctr">
              <a:lnSpc>
                <a:spcPct val="150000"/>
              </a:lnSpc>
              <a:spcBef>
                <a:spcPts val="0"/>
              </a:spcBef>
              <a:spcAft>
                <a:spcPts val="5000"/>
              </a:spcAft>
              <a:buSzPct val="100000"/>
              <a:buNone/>
            </a:pPr>
            <a:r>
              <a:rPr lang="zh-CN" altLang="en-US" sz="5900">
                <a:solidFill>
                  <a:schemeClr val="accent1"/>
                </a:solidFill>
              </a:rPr>
              <a:t>冲压模具凸模与凹模</a:t>
            </a:r>
            <a:br>
              <a:rPr lang="zh-CN" altLang="en-US" sz="5900">
                <a:solidFill>
                  <a:schemeClr val="accent1"/>
                </a:solidFill>
              </a:rPr>
            </a:br>
            <a:r>
              <a:rPr lang="zh-CN" altLang="en-US" sz="4000">
                <a:solidFill>
                  <a:schemeClr val="accent1"/>
                </a:solidFill>
              </a:rPr>
              <a:t>数字化设计与制造课程设计答辩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533140" y="3769360"/>
            <a:ext cx="138811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组</a:t>
            </a:r>
            <a:r>
              <a:rPr lang="en-US"/>
              <a:t>   </a:t>
            </a:r>
            <a:r>
              <a:t>    员</a:t>
            </a:r>
            <a:r>
              <a:rPr lang="zh-CN"/>
              <a:t>：</a:t>
            </a:r>
            <a:endParaRPr lang="zh-CN"/>
          </a:p>
        </p:txBody>
      </p:sp>
      <p:sp>
        <p:nvSpPr>
          <p:cNvPr id="8" name="TextBox 7"/>
          <p:cNvSpPr txBox="1"/>
          <p:nvPr/>
        </p:nvSpPr>
        <p:spPr>
          <a:xfrm>
            <a:off x="4842510" y="376936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rPr b="0"/>
              <a:t>安家乐　　闫小杰　　陈楚</a:t>
            </a:r>
            <a:endParaRPr b="0"/>
          </a:p>
        </p:txBody>
      </p:sp>
      <p:sp>
        <p:nvSpPr>
          <p:cNvPr id="9" name="TextBox 8"/>
          <p:cNvSpPr txBox="1"/>
          <p:nvPr/>
        </p:nvSpPr>
        <p:spPr>
          <a:xfrm>
            <a:off x="3823970" y="4226560"/>
            <a:ext cx="109728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指导教师</a:t>
            </a:r>
            <a:r>
              <a:rPr lang="zh-CN"/>
              <a:t>：</a:t>
            </a:r>
            <a:endParaRPr lang="zh-CN"/>
          </a:p>
        </p:txBody>
      </p:sp>
      <p:sp>
        <p:nvSpPr>
          <p:cNvPr id="10" name="TextBox 9"/>
          <p:cNvSpPr txBox="1"/>
          <p:nvPr/>
        </p:nvSpPr>
        <p:spPr>
          <a:xfrm>
            <a:off x="4842510" y="422656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rPr b="0"/>
              <a:t>董永亨　　侯晓莉</a:t>
            </a:r>
            <a:endParaRPr b="0"/>
          </a:p>
        </p:txBody>
      </p:sp>
      <p:sp>
        <p:nvSpPr>
          <p:cNvPr id="11" name="TextBox 10"/>
          <p:cNvSpPr txBox="1"/>
          <p:nvPr/>
        </p:nvSpPr>
        <p:spPr>
          <a:xfrm>
            <a:off x="3218180" y="4683760"/>
            <a:ext cx="170307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学   </a:t>
            </a:r>
            <a:r>
              <a:rPr lang="en-US"/>
              <a:t>   </a:t>
            </a:r>
            <a:r>
              <a:t> 院</a:t>
            </a:r>
            <a:r>
              <a:rPr lang="zh-CN"/>
              <a:t>：</a:t>
            </a:r>
            <a:endParaRPr lang="zh-CN"/>
          </a:p>
        </p:txBody>
      </p:sp>
      <p:sp>
        <p:nvSpPr>
          <p:cNvPr id="14" name="TextBox 11"/>
          <p:cNvSpPr txBox="1"/>
          <p:nvPr/>
        </p:nvSpPr>
        <p:spPr>
          <a:xfrm>
            <a:off x="4842510" y="4683760"/>
            <a:ext cx="45720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rPr lang="zh-CN" b="0"/>
              <a:t>机械</a:t>
            </a:r>
            <a:r>
              <a:rPr b="0"/>
              <a:t>工程学院</a:t>
            </a:r>
            <a:endParaRPr b="0"/>
          </a:p>
        </p:txBody>
      </p:sp>
      <p:sp>
        <p:nvSpPr>
          <p:cNvPr id="15" name="TextBox 12"/>
          <p:cNvSpPr txBox="1"/>
          <p:nvPr/>
        </p:nvSpPr>
        <p:spPr>
          <a:xfrm>
            <a:off x="3930015" y="5677535"/>
            <a:ext cx="433197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2026年</a:t>
            </a:r>
            <a:r>
              <a:rPr lang="en-US"/>
              <a:t>7</a:t>
            </a:r>
            <a:r>
              <a:rPr lang="zh-CN" altLang="en-US"/>
              <a:t>月</a:t>
            </a:r>
            <a:r>
              <a:rPr lang="en-US" altLang="zh-CN"/>
              <a:t>1</a:t>
            </a:r>
            <a:r>
              <a:rPr lang="zh-CN" altLang="en-US"/>
              <a:t>日</a:t>
            </a:r>
            <a:endParaRPr lang="zh-CN" altLang="en-US"/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" name="任意多边形: 形状 5"/>
          <p:cNvSpPr/>
          <p:nvPr userDrawn="1">
            <p:custDataLst>
              <p:tags r:id="rId1"/>
            </p:custDataLst>
          </p:nvPr>
        </p:nvSpPr>
        <p:spPr>
          <a:xfrm rot="10800000" flipH="1">
            <a:off x="-1" y="-1"/>
            <a:ext cx="3309257" cy="6858001"/>
          </a:xfrm>
          <a:custGeom>
            <a:avLst/>
            <a:gdLst>
              <a:gd name="connsiteX0" fmla="*/ 0 w 3309257"/>
              <a:gd name="connsiteY0" fmla="*/ 6858001 h 6858001"/>
              <a:gd name="connsiteX1" fmla="*/ 3309257 w 3309257"/>
              <a:gd name="connsiteY1" fmla="*/ 6858001 h 6858001"/>
              <a:gd name="connsiteX2" fmla="*/ 1718889 w 3309257"/>
              <a:gd name="connsiteY2" fmla="*/ 0 h 6858001"/>
              <a:gd name="connsiteX3" fmla="*/ 0 w 3309257"/>
              <a:gd name="connsiteY3" fmla="*/ 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9257" h="6858001">
                <a:moveTo>
                  <a:pt x="0" y="6858001"/>
                </a:moveTo>
                <a:lnTo>
                  <a:pt x="3309257" y="6858001"/>
                </a:lnTo>
                <a:lnTo>
                  <a:pt x="171888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 dirty="0">
              <a:solidFill>
                <a:schemeClr val="lt1"/>
              </a:solidFill>
            </a:endParaRPr>
          </a:p>
        </p:txBody>
      </p:sp>
      <p:sp>
        <p:nvSpPr>
          <p:cNvPr id="22" name="任意多边形: 形状 6"/>
          <p:cNvSpPr/>
          <p:nvPr userDrawn="1">
            <p:custDataLst>
              <p:tags r:id="rId2"/>
            </p:custDataLst>
          </p:nvPr>
        </p:nvSpPr>
        <p:spPr>
          <a:xfrm rot="11574254">
            <a:off x="2509618" y="-200140"/>
            <a:ext cx="971535" cy="7258276"/>
          </a:xfrm>
          <a:custGeom>
            <a:avLst/>
            <a:gdLst>
              <a:gd name="connsiteX0" fmla="*/ 0 w 971535"/>
              <a:gd name="connsiteY0" fmla="*/ 7258276 h 7258276"/>
              <a:gd name="connsiteX1" fmla="*/ 932891 w 971535"/>
              <a:gd name="connsiteY1" fmla="*/ 8853 h 7258276"/>
              <a:gd name="connsiteX2" fmla="*/ 971535 w 971535"/>
              <a:gd name="connsiteY2" fmla="*/ 0 h 7258276"/>
              <a:gd name="connsiteX3" fmla="*/ 971535 w 971535"/>
              <a:gd name="connsiteY3" fmla="*/ 7035689 h 72582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1535" h="7258276">
                <a:moveTo>
                  <a:pt x="0" y="7258276"/>
                </a:moveTo>
                <a:lnTo>
                  <a:pt x="932891" y="8853"/>
                </a:lnTo>
                <a:lnTo>
                  <a:pt x="971535" y="0"/>
                </a:lnTo>
                <a:lnTo>
                  <a:pt x="971535" y="7035689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23" name="任意多边形: 形状 7"/>
          <p:cNvSpPr/>
          <p:nvPr userDrawn="1">
            <p:custDataLst>
              <p:tags r:id="rId3"/>
            </p:custDataLst>
          </p:nvPr>
        </p:nvSpPr>
        <p:spPr>
          <a:xfrm>
            <a:off x="1743317" y="3937000"/>
            <a:ext cx="1393003" cy="2921000"/>
          </a:xfrm>
          <a:custGeom>
            <a:avLst/>
            <a:gdLst>
              <a:gd name="connsiteX0" fmla="*/ 1089482 w 1393003"/>
              <a:gd name="connsiteY0" fmla="*/ 0 h 2921000"/>
              <a:gd name="connsiteX1" fmla="*/ 1393003 w 1393003"/>
              <a:gd name="connsiteY1" fmla="*/ 2921000 h 2921000"/>
              <a:gd name="connsiteX2" fmla="*/ 0 w 1393003"/>
              <a:gd name="connsiteY2" fmla="*/ 2921000 h 292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93003" h="2921000">
                <a:moveTo>
                  <a:pt x="1089482" y="0"/>
                </a:moveTo>
                <a:lnTo>
                  <a:pt x="1393003" y="2921000"/>
                </a:lnTo>
                <a:lnTo>
                  <a:pt x="0" y="292100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31" name="文本框 30"/>
          <p:cNvSpPr txBox="1"/>
          <p:nvPr>
            <p:custDataLst>
              <p:tags r:id="rId4"/>
            </p:custDataLst>
          </p:nvPr>
        </p:nvSpPr>
        <p:spPr>
          <a:xfrm>
            <a:off x="582295" y="457200"/>
            <a:ext cx="1402080" cy="82994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zh-CN" altLang="en-US" sz="4800">
                <a:solidFill>
                  <a:schemeClr val="lt1"/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rPr>
              <a:t>目录</a:t>
            </a:r>
            <a:endParaRPr lang="zh-CN" altLang="en-US" sz="4800">
              <a:solidFill>
                <a:schemeClr val="lt1"/>
              </a:solidFill>
              <a:uFillTx/>
              <a:latin typeface="Arial" panose="020B0604020202020204" pitchFamily="34" charset="0"/>
              <a:ea typeface="汉仪旗黑-85S" panose="00020600040101010101" pitchFamily="18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5"/>
            </p:custDataLst>
          </p:nvPr>
        </p:nvSpPr>
        <p:spPr>
          <a:xfrm>
            <a:off x="645795" y="1224915"/>
            <a:ext cx="1598295" cy="400050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200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CONTENTS</a:t>
            </a:r>
            <a:endParaRPr lang="en-US" altLang="zh-CN" sz="2000">
              <a:solidFill>
                <a:schemeClr val="lt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4" name="Rectangle 5"/>
          <p:cNvSpPr/>
          <p:nvPr/>
        </p:nvSpPr>
        <p:spPr>
          <a:xfrm>
            <a:off x="4578350" y="125984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6"/>
          <p:cNvSpPr txBox="1"/>
          <p:nvPr/>
        </p:nvSpPr>
        <p:spPr>
          <a:xfrm>
            <a:off x="4806950" y="12415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01</a:t>
            </a:r>
          </a:p>
        </p:txBody>
      </p:sp>
      <p:sp>
        <p:nvSpPr>
          <p:cNvPr id="46" name="TextBox 7"/>
          <p:cNvSpPr txBox="1"/>
          <p:nvPr/>
        </p:nvSpPr>
        <p:spPr>
          <a:xfrm>
            <a:off x="5584190" y="1268984"/>
            <a:ext cx="6400800" cy="4298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项目概述</a:t>
            </a:r>
            <a:r>
              <a:rPr lang="zh-CN"/>
              <a:t>与零件分析</a:t>
            </a:r>
            <a:endParaRPr lang="zh-CN"/>
          </a:p>
        </p:txBody>
      </p:sp>
      <p:sp>
        <p:nvSpPr>
          <p:cNvPr id="47" name="Rectangle 8"/>
          <p:cNvSpPr/>
          <p:nvPr/>
        </p:nvSpPr>
        <p:spPr>
          <a:xfrm>
            <a:off x="5584190" y="165862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9"/>
          <p:cNvSpPr/>
          <p:nvPr/>
        </p:nvSpPr>
        <p:spPr>
          <a:xfrm>
            <a:off x="4578350" y="203708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10"/>
          <p:cNvSpPr txBox="1"/>
          <p:nvPr/>
        </p:nvSpPr>
        <p:spPr>
          <a:xfrm>
            <a:off x="4806950" y="201879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02</a:t>
            </a:r>
          </a:p>
        </p:txBody>
      </p:sp>
      <p:sp>
        <p:nvSpPr>
          <p:cNvPr id="50" name="TextBox 11"/>
          <p:cNvSpPr txBox="1"/>
          <p:nvPr/>
        </p:nvSpPr>
        <p:spPr>
          <a:xfrm>
            <a:off x="5584190" y="204622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零件数字化建模</a:t>
            </a:r>
          </a:p>
        </p:txBody>
      </p:sp>
      <p:sp>
        <p:nvSpPr>
          <p:cNvPr id="51" name="Rectangle 12"/>
          <p:cNvSpPr/>
          <p:nvPr/>
        </p:nvSpPr>
        <p:spPr>
          <a:xfrm>
            <a:off x="5584190" y="243586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13"/>
          <p:cNvSpPr/>
          <p:nvPr/>
        </p:nvSpPr>
        <p:spPr>
          <a:xfrm>
            <a:off x="4578350" y="281432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14"/>
          <p:cNvSpPr txBox="1"/>
          <p:nvPr/>
        </p:nvSpPr>
        <p:spPr>
          <a:xfrm>
            <a:off x="4806950" y="279603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03</a:t>
            </a:r>
          </a:p>
        </p:txBody>
      </p:sp>
      <p:sp>
        <p:nvSpPr>
          <p:cNvPr id="54" name="TextBox 15"/>
          <p:cNvSpPr txBox="1"/>
          <p:nvPr/>
        </p:nvSpPr>
        <p:spPr>
          <a:xfrm>
            <a:off x="5584190" y="282346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加工工艺分析</a:t>
            </a:r>
          </a:p>
        </p:txBody>
      </p:sp>
      <p:sp>
        <p:nvSpPr>
          <p:cNvPr id="55" name="Rectangle 16"/>
          <p:cNvSpPr/>
          <p:nvPr/>
        </p:nvSpPr>
        <p:spPr>
          <a:xfrm>
            <a:off x="5584190" y="321310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17"/>
          <p:cNvSpPr/>
          <p:nvPr/>
        </p:nvSpPr>
        <p:spPr>
          <a:xfrm>
            <a:off x="4578350" y="359156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18"/>
          <p:cNvSpPr txBox="1"/>
          <p:nvPr/>
        </p:nvSpPr>
        <p:spPr>
          <a:xfrm>
            <a:off x="4806950" y="357327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04</a:t>
            </a:r>
          </a:p>
        </p:txBody>
      </p:sp>
      <p:sp>
        <p:nvSpPr>
          <p:cNvPr id="58" name="TextBox 19"/>
          <p:cNvSpPr txBox="1"/>
          <p:nvPr/>
        </p:nvSpPr>
        <p:spPr>
          <a:xfrm>
            <a:off x="5584190" y="360070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数控加工程序编制</a:t>
            </a:r>
          </a:p>
        </p:txBody>
      </p:sp>
      <p:sp>
        <p:nvSpPr>
          <p:cNvPr id="59" name="Rectangle 20"/>
          <p:cNvSpPr/>
          <p:nvPr/>
        </p:nvSpPr>
        <p:spPr>
          <a:xfrm>
            <a:off x="5584190" y="399034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21"/>
          <p:cNvSpPr/>
          <p:nvPr/>
        </p:nvSpPr>
        <p:spPr>
          <a:xfrm>
            <a:off x="4578350" y="436880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22"/>
          <p:cNvSpPr txBox="1"/>
          <p:nvPr/>
        </p:nvSpPr>
        <p:spPr>
          <a:xfrm>
            <a:off x="4806950" y="435051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05</a:t>
            </a:r>
          </a:p>
        </p:txBody>
      </p:sp>
      <p:sp>
        <p:nvSpPr>
          <p:cNvPr id="62" name="TextBox 23"/>
          <p:cNvSpPr txBox="1"/>
          <p:nvPr/>
        </p:nvSpPr>
        <p:spPr>
          <a:xfrm>
            <a:off x="5584190" y="437794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数控加工仿真验证</a:t>
            </a:r>
          </a:p>
        </p:txBody>
      </p:sp>
      <p:sp>
        <p:nvSpPr>
          <p:cNvPr id="63" name="Rectangle 24"/>
          <p:cNvSpPr/>
          <p:nvPr/>
        </p:nvSpPr>
        <p:spPr>
          <a:xfrm>
            <a:off x="5584190" y="476758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25"/>
          <p:cNvSpPr/>
          <p:nvPr/>
        </p:nvSpPr>
        <p:spPr>
          <a:xfrm>
            <a:off x="4578350" y="5146040"/>
            <a:ext cx="36576" cy="411480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26"/>
          <p:cNvSpPr txBox="1"/>
          <p:nvPr/>
        </p:nvSpPr>
        <p:spPr>
          <a:xfrm>
            <a:off x="4806950" y="5127752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2355B"/>
                </a:solidFill>
                <a:latin typeface="微软雅黑" panose="020B0503020204020204" charset="-122"/>
              </a:defRPr>
            </a:pPr>
            <a:r>
              <a:t>06</a:t>
            </a:r>
          </a:p>
        </p:txBody>
      </p:sp>
      <p:sp>
        <p:nvSpPr>
          <p:cNvPr id="67" name="TextBox 27"/>
          <p:cNvSpPr txBox="1"/>
          <p:nvPr/>
        </p:nvSpPr>
        <p:spPr>
          <a:xfrm>
            <a:off x="5584190" y="5155184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总结与展望</a:t>
            </a:r>
          </a:p>
        </p:txBody>
      </p:sp>
      <p:sp>
        <p:nvSpPr>
          <p:cNvPr id="69" name="Rectangle 28"/>
          <p:cNvSpPr/>
          <p:nvPr/>
        </p:nvSpPr>
        <p:spPr>
          <a:xfrm>
            <a:off x="5584190" y="5544820"/>
            <a:ext cx="3100705" cy="76200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  <p:custDataLst>
      <p:tags r:id="rId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1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项目概述与零件分析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61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2" name="等腰三角形 61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项目概述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grpSp>
        <p:nvGrpSpPr>
          <p:cNvPr id="77" name="组合 76"/>
          <p:cNvGrpSpPr/>
          <p:nvPr/>
        </p:nvGrpSpPr>
        <p:grpSpPr>
          <a:xfrm>
            <a:off x="2990850" y="1109345"/>
            <a:ext cx="2794635" cy="2816860"/>
            <a:chOff x="4710" y="1747"/>
            <a:chExt cx="4401" cy="4436"/>
          </a:xfrm>
        </p:grpSpPr>
        <p:sp>
          <p:nvSpPr>
            <p:cNvPr id="9" name="文本框 8"/>
            <p:cNvSpPr txBox="1"/>
            <p:nvPr>
              <p:custDataLst>
                <p:tags r:id="rId5"/>
              </p:custDataLst>
            </p:nvPr>
          </p:nvSpPr>
          <p:spPr>
            <a:xfrm>
              <a:off x="4710" y="3572"/>
              <a:ext cx="1200" cy="7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l"/>
              <a:r>
                <a:rPr sz="30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3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1" name="组合 70"/>
            <p:cNvGrpSpPr/>
            <p:nvPr/>
          </p:nvGrpSpPr>
          <p:grpSpPr>
            <a:xfrm>
              <a:off x="5497" y="1747"/>
              <a:ext cx="3614" cy="4436"/>
              <a:chOff x="5497" y="1747"/>
              <a:chExt cx="3614" cy="4436"/>
            </a:xfrm>
          </p:grpSpPr>
          <p:sp>
            <p:nvSpPr>
              <p:cNvPr id="10" name="任意多边形 9"/>
              <p:cNvSpPr/>
              <p:nvPr>
                <p:custDataLst>
                  <p:tags r:id="rId6"/>
                </p:custDataLst>
              </p:nvPr>
            </p:nvSpPr>
            <p:spPr>
              <a:xfrm>
                <a:off x="5497" y="1747"/>
                <a:ext cx="3615" cy="4436"/>
              </a:xfrm>
              <a:custGeom>
                <a:avLst/>
                <a:gdLst>
                  <a:gd name="sw" fmla="*/ 1 w 3615"/>
                  <a:gd name="sh" fmla="*/ 1 h 4435"/>
                  <a:gd name="mins" fmla="min sw sh"/>
                  <a:gd name="dsw" fmla="+- 0 sw mins"/>
                  <a:gd name="dsh" fmla="+- 0 sh mins"/>
                  <a:gd name="p0x0" fmla="*/ 120 w 3615"/>
                  <a:gd name="p0y0" fmla="*/ 0 h 4435"/>
                  <a:gd name="p0x1" fmla="*/ 3495 w 3615"/>
                  <a:gd name="p0y1" fmla="*/ 0 h 4435"/>
                  <a:gd name="p0x2" fmla="*/ 3561 w 3615"/>
                  <a:gd name="p0y2" fmla="*/ 0 h 4435"/>
                  <a:gd name="p0x3" fmla="*/ 3615 w 3615"/>
                  <a:gd name="p0y3" fmla="*/ 53 h 4435"/>
                  <a:gd name="p0x4" fmla="*/ 3615 w 3615"/>
                  <a:gd name="p0y4" fmla="*/ 120 h 4435"/>
                  <a:gd name="p0x5" fmla="*/ 3615 w 3615"/>
                  <a:gd name="p0y5" fmla="*/ 4315 h 4435"/>
                  <a:gd name="p0x6" fmla="*/ 3615 w 3615"/>
                  <a:gd name="p0y6" fmla="*/ 4382 h 4435"/>
                  <a:gd name="p0x7" fmla="*/ 3561 w 3615"/>
                  <a:gd name="p0y7" fmla="*/ 4435 h 4435"/>
                  <a:gd name="p0x8" fmla="*/ 3495 w 3615"/>
                  <a:gd name="p0y8" fmla="*/ 4435 h 4435"/>
                  <a:gd name="p0x9" fmla="*/ 120 w 3615"/>
                  <a:gd name="p0y9" fmla="*/ 4435 h 4435"/>
                  <a:gd name="p0x10" fmla="*/ 53 w 3615"/>
                  <a:gd name="p0y10" fmla="*/ 4435 h 4435"/>
                  <a:gd name="p0x11" fmla="*/ 0 w 3615"/>
                  <a:gd name="p0y11" fmla="*/ 4382 h 4435"/>
                  <a:gd name="p0x12" fmla="*/ 0 w 3615"/>
                  <a:gd name="p0y12" fmla="*/ 4315 h 4435"/>
                  <a:gd name="p0x13" fmla="*/ 0 w 3615"/>
                  <a:gd name="p0y13" fmla="*/ 120 h 4435"/>
                  <a:gd name="p0x14" fmla="*/ 0 w 3615"/>
                  <a:gd name="p0y14" fmla="*/ 53 h 4435"/>
                  <a:gd name="p0x15" fmla="*/ 53 w 3615"/>
                  <a:gd name="p0y15" fmla="*/ 0 h 4435"/>
                  <a:gd name="p0x16" fmla="*/ 120 w 3615"/>
                  <a:gd name="p0y16" fmla="*/ 0 h 443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rgbClr val="FFFFFF">
                  <a:alpha val="7843"/>
                </a:srgbClr>
              </a:solidFill>
              <a:ln w="9525" cmpd="sng">
                <a:solidFill>
                  <a:srgbClr val="FFFFFF">
                    <a:alpha val="12157"/>
                  </a:srgbClr>
                </a:solidFill>
                <a:prstDash val="solid"/>
              </a:ln>
              <a:effectLst>
                <a:outerShdw blurRad="371475" algn="ctr" rotWithShape="0">
                  <a:srgbClr val="1C60F2">
                    <a:alpha val="52157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1" name="任意多边形 10"/>
              <p:cNvSpPr/>
              <p:nvPr>
                <p:custDataLst>
                  <p:tags r:id="rId7"/>
                </p:custDataLst>
              </p:nvPr>
            </p:nvSpPr>
            <p:spPr>
              <a:xfrm>
                <a:off x="6915" y="2982"/>
                <a:ext cx="780" cy="780"/>
              </a:xfrm>
              <a:custGeom>
                <a:avLst/>
                <a:gdLst>
                  <a:gd name="sw" fmla="*/ 1 w 780"/>
                  <a:gd name="sh" fmla="*/ 1 h 780"/>
                  <a:gd name="mins" fmla="min sw sh"/>
                  <a:gd name="dsw" fmla="+- 0 sw mins"/>
                  <a:gd name="dsh" fmla="+- 0 sh mins"/>
                  <a:gd name="p0x0" fmla="*/ 120 w 780"/>
                  <a:gd name="p0y0" fmla="*/ 0 h 780"/>
                  <a:gd name="p0x1" fmla="*/ 660 w 780"/>
                  <a:gd name="p0y1" fmla="*/ 0 h 780"/>
                  <a:gd name="p0x2" fmla="*/ 726 w 780"/>
                  <a:gd name="p0y2" fmla="*/ 0 h 780"/>
                  <a:gd name="p0x3" fmla="*/ 780 w 780"/>
                  <a:gd name="p0y3" fmla="*/ 53 h 780"/>
                  <a:gd name="p0x4" fmla="*/ 780 w 780"/>
                  <a:gd name="p0y4" fmla="*/ 120 h 780"/>
                  <a:gd name="p0x5" fmla="*/ 780 w 780"/>
                  <a:gd name="p0y5" fmla="*/ 660 h 780"/>
                  <a:gd name="p0x6" fmla="*/ 780 w 780"/>
                  <a:gd name="p0y6" fmla="*/ 726 h 780"/>
                  <a:gd name="p0x7" fmla="*/ 726 w 780"/>
                  <a:gd name="p0y7" fmla="*/ 780 h 780"/>
                  <a:gd name="p0x8" fmla="*/ 660 w 780"/>
                  <a:gd name="p0y8" fmla="*/ 780 h 780"/>
                  <a:gd name="p0x9" fmla="*/ 120 w 780"/>
                  <a:gd name="p0y9" fmla="*/ 780 h 780"/>
                  <a:gd name="p0x10" fmla="*/ 53 w 780"/>
                  <a:gd name="p0y10" fmla="*/ 780 h 780"/>
                  <a:gd name="p0x11" fmla="*/ 0 w 780"/>
                  <a:gd name="p0y11" fmla="*/ 726 h 780"/>
                  <a:gd name="p0x12" fmla="*/ 0 w 780"/>
                  <a:gd name="p0y12" fmla="*/ 660 h 780"/>
                  <a:gd name="p0x13" fmla="*/ 0 w 780"/>
                  <a:gd name="p0y13" fmla="*/ 120 h 780"/>
                  <a:gd name="p0x14" fmla="*/ 0 w 780"/>
                  <a:gd name="p0y14" fmla="*/ 53 h 780"/>
                  <a:gd name="p0x15" fmla="*/ 53 w 780"/>
                  <a:gd name="p0y15" fmla="*/ 0 h 780"/>
                  <a:gd name="p0x16" fmla="*/ 120 w 780"/>
                  <a:gd name="p0y16" fmla="*/ 0 h 780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alpha val="1686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2" name="文本框 11"/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7005" y="3098"/>
                <a:ext cx="1079" cy="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83000"/>
                  </a:lnSpc>
                </a:pPr>
                <a:r>
                  <a:rPr sz="24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02</a:t>
                </a:r>
                <a:endPara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3" name="文本框 12"/>
              <p:cNvSpPr txBox="1"/>
              <p:nvPr>
                <p:custDataLst>
                  <p:tags r:id="rId9"/>
                </p:custDataLst>
              </p:nvPr>
            </p:nvSpPr>
            <p:spPr>
              <a:xfrm>
                <a:off x="6465" y="3977"/>
                <a:ext cx="210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104000"/>
                  </a:lnSpc>
                </a:pPr>
                <a:r>
                  <a:rPr sz="21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工艺设计</a:t>
                </a:r>
                <a:endPara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4" name="文本框 13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495" y="4588"/>
                <a:ext cx="1890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/>
                <a:r>
                  <a:rPr sz="1350">
                    <a:solidFill>
                      <a:srgbClr val="000000">
                        <a:alpha val="72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加工方案规划</a:t>
                </a:r>
                <a:endParaRPr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78" name="组合 77"/>
          <p:cNvGrpSpPr/>
          <p:nvPr/>
        </p:nvGrpSpPr>
        <p:grpSpPr>
          <a:xfrm>
            <a:off x="5905500" y="1109345"/>
            <a:ext cx="2794635" cy="2816860"/>
            <a:chOff x="9300" y="1747"/>
            <a:chExt cx="4401" cy="4436"/>
          </a:xfrm>
        </p:grpSpPr>
        <p:sp>
          <p:nvSpPr>
            <p:cNvPr id="15" name="文本框 14"/>
            <p:cNvSpPr txBox="1"/>
            <p:nvPr>
              <p:custDataLst>
                <p:tags r:id="rId11"/>
              </p:custDataLst>
            </p:nvPr>
          </p:nvSpPr>
          <p:spPr>
            <a:xfrm>
              <a:off x="9300" y="3572"/>
              <a:ext cx="1200" cy="7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l"/>
              <a:r>
                <a:rPr sz="30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3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2" name="组合 71"/>
            <p:cNvGrpSpPr/>
            <p:nvPr/>
          </p:nvGrpSpPr>
          <p:grpSpPr>
            <a:xfrm>
              <a:off x="10087" y="1747"/>
              <a:ext cx="3614" cy="4436"/>
              <a:chOff x="10087" y="1747"/>
              <a:chExt cx="3614" cy="4436"/>
            </a:xfrm>
          </p:grpSpPr>
          <p:sp>
            <p:nvSpPr>
              <p:cNvPr id="16" name="任意多边形 15"/>
              <p:cNvSpPr/>
              <p:nvPr>
                <p:custDataLst>
                  <p:tags r:id="rId12"/>
                </p:custDataLst>
              </p:nvPr>
            </p:nvSpPr>
            <p:spPr>
              <a:xfrm>
                <a:off x="10087" y="1747"/>
                <a:ext cx="3615" cy="4436"/>
              </a:xfrm>
              <a:custGeom>
                <a:avLst/>
                <a:gdLst>
                  <a:gd name="sw" fmla="*/ 1 w 3615"/>
                  <a:gd name="sh" fmla="*/ 1 h 4435"/>
                  <a:gd name="mins" fmla="min sw sh"/>
                  <a:gd name="dsw" fmla="+- 0 sw mins"/>
                  <a:gd name="dsh" fmla="+- 0 sh mins"/>
                  <a:gd name="p0x0" fmla="*/ 120 w 3615"/>
                  <a:gd name="p0y0" fmla="*/ 0 h 4435"/>
                  <a:gd name="p0x1" fmla="*/ 3495 w 3615"/>
                  <a:gd name="p0y1" fmla="*/ 0 h 4435"/>
                  <a:gd name="p0x2" fmla="*/ 3561 w 3615"/>
                  <a:gd name="p0y2" fmla="*/ 0 h 4435"/>
                  <a:gd name="p0x3" fmla="*/ 3615 w 3615"/>
                  <a:gd name="p0y3" fmla="*/ 53 h 4435"/>
                  <a:gd name="p0x4" fmla="*/ 3615 w 3615"/>
                  <a:gd name="p0y4" fmla="*/ 120 h 4435"/>
                  <a:gd name="p0x5" fmla="*/ 3615 w 3615"/>
                  <a:gd name="p0y5" fmla="*/ 4315 h 4435"/>
                  <a:gd name="p0x6" fmla="*/ 3615 w 3615"/>
                  <a:gd name="p0y6" fmla="*/ 4382 h 4435"/>
                  <a:gd name="p0x7" fmla="*/ 3561 w 3615"/>
                  <a:gd name="p0y7" fmla="*/ 4435 h 4435"/>
                  <a:gd name="p0x8" fmla="*/ 3495 w 3615"/>
                  <a:gd name="p0y8" fmla="*/ 4435 h 4435"/>
                  <a:gd name="p0x9" fmla="*/ 120 w 3615"/>
                  <a:gd name="p0y9" fmla="*/ 4435 h 4435"/>
                  <a:gd name="p0x10" fmla="*/ 53 w 3615"/>
                  <a:gd name="p0y10" fmla="*/ 4435 h 4435"/>
                  <a:gd name="p0x11" fmla="*/ 0 w 3615"/>
                  <a:gd name="p0y11" fmla="*/ 4382 h 4435"/>
                  <a:gd name="p0x12" fmla="*/ 0 w 3615"/>
                  <a:gd name="p0y12" fmla="*/ 4315 h 4435"/>
                  <a:gd name="p0x13" fmla="*/ 0 w 3615"/>
                  <a:gd name="p0y13" fmla="*/ 120 h 4435"/>
                  <a:gd name="p0x14" fmla="*/ 0 w 3615"/>
                  <a:gd name="p0y14" fmla="*/ 53 h 4435"/>
                  <a:gd name="p0x15" fmla="*/ 53 w 3615"/>
                  <a:gd name="p0y15" fmla="*/ 0 h 4435"/>
                  <a:gd name="p0x16" fmla="*/ 120 w 3615"/>
                  <a:gd name="p0y16" fmla="*/ 0 h 443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rgbClr val="FFFFFF">
                  <a:alpha val="7843"/>
                </a:srgbClr>
              </a:solidFill>
              <a:ln w="9525" cmpd="sng">
                <a:solidFill>
                  <a:srgbClr val="FFFFFF">
                    <a:alpha val="12157"/>
                  </a:srgbClr>
                </a:solidFill>
                <a:prstDash val="solid"/>
              </a:ln>
              <a:effectLst>
                <a:outerShdw blurRad="371475" algn="ctr" rotWithShape="0">
                  <a:srgbClr val="1C60F2">
                    <a:alpha val="52157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7" name="任意多边形 16"/>
              <p:cNvSpPr/>
              <p:nvPr>
                <p:custDataLst>
                  <p:tags r:id="rId13"/>
                </p:custDataLst>
              </p:nvPr>
            </p:nvSpPr>
            <p:spPr>
              <a:xfrm>
                <a:off x="11505" y="2982"/>
                <a:ext cx="780" cy="780"/>
              </a:xfrm>
              <a:custGeom>
                <a:avLst/>
                <a:gdLst>
                  <a:gd name="sw" fmla="*/ 1 w 780"/>
                  <a:gd name="sh" fmla="*/ 1 h 780"/>
                  <a:gd name="mins" fmla="min sw sh"/>
                  <a:gd name="dsw" fmla="+- 0 sw mins"/>
                  <a:gd name="dsh" fmla="+- 0 sh mins"/>
                  <a:gd name="p0x0" fmla="*/ 120 w 780"/>
                  <a:gd name="p0y0" fmla="*/ 0 h 780"/>
                  <a:gd name="p0x1" fmla="*/ 660 w 780"/>
                  <a:gd name="p0y1" fmla="*/ 0 h 780"/>
                  <a:gd name="p0x2" fmla="*/ 726 w 780"/>
                  <a:gd name="p0y2" fmla="*/ 0 h 780"/>
                  <a:gd name="p0x3" fmla="*/ 780 w 780"/>
                  <a:gd name="p0y3" fmla="*/ 53 h 780"/>
                  <a:gd name="p0x4" fmla="*/ 780 w 780"/>
                  <a:gd name="p0y4" fmla="*/ 120 h 780"/>
                  <a:gd name="p0x5" fmla="*/ 780 w 780"/>
                  <a:gd name="p0y5" fmla="*/ 660 h 780"/>
                  <a:gd name="p0x6" fmla="*/ 780 w 780"/>
                  <a:gd name="p0y6" fmla="*/ 726 h 780"/>
                  <a:gd name="p0x7" fmla="*/ 726 w 780"/>
                  <a:gd name="p0y7" fmla="*/ 780 h 780"/>
                  <a:gd name="p0x8" fmla="*/ 660 w 780"/>
                  <a:gd name="p0y8" fmla="*/ 780 h 780"/>
                  <a:gd name="p0x9" fmla="*/ 120 w 780"/>
                  <a:gd name="p0y9" fmla="*/ 780 h 780"/>
                  <a:gd name="p0x10" fmla="*/ 53 w 780"/>
                  <a:gd name="p0y10" fmla="*/ 780 h 780"/>
                  <a:gd name="p0x11" fmla="*/ 0 w 780"/>
                  <a:gd name="p0y11" fmla="*/ 726 h 780"/>
                  <a:gd name="p0x12" fmla="*/ 0 w 780"/>
                  <a:gd name="p0y12" fmla="*/ 660 h 780"/>
                  <a:gd name="p0x13" fmla="*/ 0 w 780"/>
                  <a:gd name="p0y13" fmla="*/ 120 h 780"/>
                  <a:gd name="p0x14" fmla="*/ 0 w 780"/>
                  <a:gd name="p0y14" fmla="*/ 53 h 780"/>
                  <a:gd name="p0x15" fmla="*/ 53 w 780"/>
                  <a:gd name="p0y15" fmla="*/ 0 h 780"/>
                  <a:gd name="p0x16" fmla="*/ 120 w 780"/>
                  <a:gd name="p0y16" fmla="*/ 0 h 780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alpha val="1686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8" name="文本框 17"/>
              <p:cNvSpPr txBox="1"/>
              <p:nvPr>
                <p:custDataLst>
                  <p:tags r:id="rId14"/>
                </p:custDataLst>
              </p:nvPr>
            </p:nvSpPr>
            <p:spPr>
              <a:xfrm>
                <a:off x="11595" y="3098"/>
                <a:ext cx="1079" cy="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83000"/>
                  </a:lnSpc>
                </a:pPr>
                <a:r>
                  <a:rPr sz="24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03</a:t>
                </a:r>
                <a:endPara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19" name="文本框 18"/>
              <p:cNvSpPr txBox="1"/>
              <p:nvPr>
                <p:custDataLst>
                  <p:tags r:id="rId15"/>
                </p:custDataLst>
              </p:nvPr>
            </p:nvSpPr>
            <p:spPr>
              <a:xfrm>
                <a:off x="10979" y="3977"/>
                <a:ext cx="2252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104000"/>
                  </a:lnSpc>
                </a:pPr>
                <a:r>
                  <a:rPr lang="en-US" sz="21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CAM</a:t>
                </a:r>
                <a:r>
                  <a:rPr lang="zh-CN" sz="21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编程</a:t>
                </a:r>
                <a:endParaRPr lang="zh-CN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endParaRPr>
              </a:p>
            </p:txBody>
          </p:sp>
          <p:sp>
            <p:nvSpPr>
              <p:cNvPr id="20" name="文本框 19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1085" y="4588"/>
                <a:ext cx="1890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/>
                <a:r>
                  <a:rPr sz="1350">
                    <a:solidFill>
                      <a:srgbClr val="000000">
                        <a:alpha val="72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刀具路径生成</a:t>
                </a:r>
                <a:endParaRPr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79" name="组合 78"/>
          <p:cNvGrpSpPr/>
          <p:nvPr/>
        </p:nvGrpSpPr>
        <p:grpSpPr>
          <a:xfrm>
            <a:off x="8820150" y="1109345"/>
            <a:ext cx="2794635" cy="2816860"/>
            <a:chOff x="13890" y="1747"/>
            <a:chExt cx="4401" cy="4436"/>
          </a:xfrm>
        </p:grpSpPr>
        <p:sp>
          <p:nvSpPr>
            <p:cNvPr id="21" name="文本框 20"/>
            <p:cNvSpPr txBox="1"/>
            <p:nvPr>
              <p:custDataLst>
                <p:tags r:id="rId17"/>
              </p:custDataLst>
            </p:nvPr>
          </p:nvSpPr>
          <p:spPr>
            <a:xfrm>
              <a:off x="13890" y="3572"/>
              <a:ext cx="1200" cy="788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noAutofit/>
            </a:bodyPr>
            <a:p>
              <a:pPr algn="l"/>
              <a:r>
                <a:rPr sz="30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→</a:t>
              </a:r>
              <a:endParaRPr sz="30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73" name="组合 72"/>
            <p:cNvGrpSpPr/>
            <p:nvPr/>
          </p:nvGrpSpPr>
          <p:grpSpPr>
            <a:xfrm>
              <a:off x="14677" y="1747"/>
              <a:ext cx="3614" cy="4436"/>
              <a:chOff x="14677" y="1747"/>
              <a:chExt cx="3614" cy="4436"/>
            </a:xfrm>
          </p:grpSpPr>
          <p:sp>
            <p:nvSpPr>
              <p:cNvPr id="22" name="任意多边形 21"/>
              <p:cNvSpPr/>
              <p:nvPr>
                <p:custDataLst>
                  <p:tags r:id="rId18"/>
                </p:custDataLst>
              </p:nvPr>
            </p:nvSpPr>
            <p:spPr>
              <a:xfrm>
                <a:off x="14677" y="1747"/>
                <a:ext cx="3615" cy="4436"/>
              </a:xfrm>
              <a:custGeom>
                <a:avLst/>
                <a:gdLst>
                  <a:gd name="sw" fmla="*/ 1 w 3615"/>
                  <a:gd name="sh" fmla="*/ 1 h 4435"/>
                  <a:gd name="mins" fmla="min sw sh"/>
                  <a:gd name="dsw" fmla="+- 0 sw mins"/>
                  <a:gd name="dsh" fmla="+- 0 sh mins"/>
                  <a:gd name="p0x0" fmla="*/ 120 w 3615"/>
                  <a:gd name="p0y0" fmla="*/ 0 h 4435"/>
                  <a:gd name="p0x1" fmla="*/ 3495 w 3615"/>
                  <a:gd name="p0y1" fmla="*/ 0 h 4435"/>
                  <a:gd name="p0x2" fmla="*/ 3561 w 3615"/>
                  <a:gd name="p0y2" fmla="*/ 0 h 4435"/>
                  <a:gd name="p0x3" fmla="*/ 3615 w 3615"/>
                  <a:gd name="p0y3" fmla="*/ 53 h 4435"/>
                  <a:gd name="p0x4" fmla="*/ 3615 w 3615"/>
                  <a:gd name="p0y4" fmla="*/ 120 h 4435"/>
                  <a:gd name="p0x5" fmla="*/ 3615 w 3615"/>
                  <a:gd name="p0y5" fmla="*/ 4315 h 4435"/>
                  <a:gd name="p0x6" fmla="*/ 3615 w 3615"/>
                  <a:gd name="p0y6" fmla="*/ 4382 h 4435"/>
                  <a:gd name="p0x7" fmla="*/ 3561 w 3615"/>
                  <a:gd name="p0y7" fmla="*/ 4435 h 4435"/>
                  <a:gd name="p0x8" fmla="*/ 3495 w 3615"/>
                  <a:gd name="p0y8" fmla="*/ 4435 h 4435"/>
                  <a:gd name="p0x9" fmla="*/ 120 w 3615"/>
                  <a:gd name="p0y9" fmla="*/ 4435 h 4435"/>
                  <a:gd name="p0x10" fmla="*/ 53 w 3615"/>
                  <a:gd name="p0y10" fmla="*/ 4435 h 4435"/>
                  <a:gd name="p0x11" fmla="*/ 0 w 3615"/>
                  <a:gd name="p0y11" fmla="*/ 4382 h 4435"/>
                  <a:gd name="p0x12" fmla="*/ 0 w 3615"/>
                  <a:gd name="p0y12" fmla="*/ 4315 h 4435"/>
                  <a:gd name="p0x13" fmla="*/ 0 w 3615"/>
                  <a:gd name="p0y13" fmla="*/ 120 h 4435"/>
                  <a:gd name="p0x14" fmla="*/ 0 w 3615"/>
                  <a:gd name="p0y14" fmla="*/ 53 h 4435"/>
                  <a:gd name="p0x15" fmla="*/ 53 w 3615"/>
                  <a:gd name="p0y15" fmla="*/ 0 h 4435"/>
                  <a:gd name="p0x16" fmla="*/ 120 w 3615"/>
                  <a:gd name="p0y16" fmla="*/ 0 h 4435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rgbClr val="FFFFFF">
                  <a:alpha val="7843"/>
                </a:srgbClr>
              </a:solidFill>
              <a:ln w="9525" cmpd="sng">
                <a:solidFill>
                  <a:srgbClr val="FFFFFF">
                    <a:alpha val="12157"/>
                  </a:srgbClr>
                </a:solidFill>
                <a:prstDash val="solid"/>
              </a:ln>
              <a:effectLst>
                <a:outerShdw blurRad="371475" algn="ctr" rotWithShape="0">
                  <a:srgbClr val="1C60F2">
                    <a:alpha val="52157"/>
                  </a:srgbClr>
                </a:outerShdw>
              </a:effectLst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3" name="任意多边形 22"/>
              <p:cNvSpPr/>
              <p:nvPr>
                <p:custDataLst>
                  <p:tags r:id="rId19"/>
                </p:custDataLst>
              </p:nvPr>
            </p:nvSpPr>
            <p:spPr>
              <a:xfrm>
                <a:off x="16095" y="2982"/>
                <a:ext cx="780" cy="780"/>
              </a:xfrm>
              <a:custGeom>
                <a:avLst/>
                <a:gdLst>
                  <a:gd name="sw" fmla="*/ 1 w 780"/>
                  <a:gd name="sh" fmla="*/ 1 h 780"/>
                  <a:gd name="mins" fmla="min sw sh"/>
                  <a:gd name="dsw" fmla="+- 0 sw mins"/>
                  <a:gd name="dsh" fmla="+- 0 sh mins"/>
                  <a:gd name="p0x0" fmla="*/ 120 w 780"/>
                  <a:gd name="p0y0" fmla="*/ 0 h 780"/>
                  <a:gd name="p0x1" fmla="*/ 660 w 780"/>
                  <a:gd name="p0y1" fmla="*/ 0 h 780"/>
                  <a:gd name="p0x2" fmla="*/ 726 w 780"/>
                  <a:gd name="p0y2" fmla="*/ 0 h 780"/>
                  <a:gd name="p0x3" fmla="*/ 780 w 780"/>
                  <a:gd name="p0y3" fmla="*/ 53 h 780"/>
                  <a:gd name="p0x4" fmla="*/ 780 w 780"/>
                  <a:gd name="p0y4" fmla="*/ 120 h 780"/>
                  <a:gd name="p0x5" fmla="*/ 780 w 780"/>
                  <a:gd name="p0y5" fmla="*/ 660 h 780"/>
                  <a:gd name="p0x6" fmla="*/ 780 w 780"/>
                  <a:gd name="p0y6" fmla="*/ 726 h 780"/>
                  <a:gd name="p0x7" fmla="*/ 726 w 780"/>
                  <a:gd name="p0y7" fmla="*/ 780 h 780"/>
                  <a:gd name="p0x8" fmla="*/ 660 w 780"/>
                  <a:gd name="p0y8" fmla="*/ 780 h 780"/>
                  <a:gd name="p0x9" fmla="*/ 120 w 780"/>
                  <a:gd name="p0y9" fmla="*/ 780 h 780"/>
                  <a:gd name="p0x10" fmla="*/ 53 w 780"/>
                  <a:gd name="p0y10" fmla="*/ 780 h 780"/>
                  <a:gd name="p0x11" fmla="*/ 0 w 780"/>
                  <a:gd name="p0y11" fmla="*/ 726 h 780"/>
                  <a:gd name="p0x12" fmla="*/ 0 w 780"/>
                  <a:gd name="p0y12" fmla="*/ 660 h 780"/>
                  <a:gd name="p0x13" fmla="*/ 0 w 780"/>
                  <a:gd name="p0y13" fmla="*/ 120 h 780"/>
                  <a:gd name="p0x14" fmla="*/ 0 w 780"/>
                  <a:gd name="p0y14" fmla="*/ 53 h 780"/>
                  <a:gd name="p0x15" fmla="*/ 53 w 780"/>
                  <a:gd name="p0y15" fmla="*/ 0 h 780"/>
                  <a:gd name="p0x16" fmla="*/ 120 w 780"/>
                  <a:gd name="p0y16" fmla="*/ 0 h 780"/>
                </a:gdLst>
                <a:ahLst/>
                <a:cxnLst/>
                <a:pathLst>
                  <a:path>
                    <a:moveTo>
                      <a:pt x="p0x0" y="p0y0"/>
                    </a:moveTo>
                    <a:lnTo>
                      <a:pt x="p0x1" y="p0y1"/>
                    </a:lnTo>
                    <a:cubicBezTo>
                      <a:pt x="p0x2" y="p0y2"/>
                      <a:pt x="p0x3" y="p0y3"/>
                      <a:pt x="p0x4" y="p0y4"/>
                    </a:cubicBezTo>
                    <a:lnTo>
                      <a:pt x="p0x5" y="p0y5"/>
                    </a:lnTo>
                    <a:cubicBezTo>
                      <a:pt x="p0x6" y="p0y6"/>
                      <a:pt x="p0x7" y="p0y7"/>
                      <a:pt x="p0x8" y="p0y8"/>
                    </a:cubicBezTo>
                    <a:lnTo>
                      <a:pt x="p0x9" y="p0y9"/>
                    </a:lnTo>
                    <a:cubicBezTo>
                      <a:pt x="p0x10" y="p0y10"/>
                      <a:pt x="p0x11" y="p0y11"/>
                      <a:pt x="p0x12" y="p0y12"/>
                    </a:cubicBezTo>
                    <a:lnTo>
                      <a:pt x="p0x13" y="p0y13"/>
                    </a:lnTo>
                    <a:cubicBezTo>
                      <a:pt x="p0x14" y="p0y14"/>
                      <a:pt x="p0x15" y="p0y15"/>
                      <a:pt x="p0x16" y="p0y16"/>
                    </a:cubicBezTo>
                    <a:close/>
                  </a:path>
                </a:pathLst>
              </a:custGeom>
              <a:solidFill>
                <a:schemeClr val="accent1">
                  <a:alpha val="16863"/>
                </a:schemeClr>
              </a:solidFill>
              <a:ln>
                <a:noFill/>
              </a:ln>
            </p:spPr>
            <p:style>
              <a:lnRef idx="2">
                <a:schemeClr val="accent1">
                  <a:lumMod val="75000"/>
                </a:schemeClr>
              </a:lnRef>
              <a:fillRef idx="1">
                <a:schemeClr val="accent1"/>
              </a:fillRef>
              <a:effectRef idx="0">
                <a:srgbClr val="FFFFFF"/>
              </a:effectRef>
              <a:fontRef idx="minor">
                <a:schemeClr val="lt1"/>
              </a:fontRef>
            </p:style>
            <p:txBody>
              <a:bodyPr rtlCol="0" anchor="ctr"/>
              <a:p>
                <a:pPr algn="ctr"/>
                <a:endParaRPr lang="zh-CN" altLang="en-US">
                  <a:solidFill>
                    <a:schemeClr val="lt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4" name="文本框 23"/>
              <p:cNvSpPr txBox="1"/>
              <p:nvPr>
                <p:custDataLst>
                  <p:tags r:id="rId20"/>
                </p:custDataLst>
              </p:nvPr>
            </p:nvSpPr>
            <p:spPr>
              <a:xfrm>
                <a:off x="16185" y="3098"/>
                <a:ext cx="1079" cy="54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83000"/>
                  </a:lnSpc>
                </a:pPr>
                <a:r>
                  <a:rPr sz="24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04</a:t>
                </a:r>
                <a:endPara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5" name="文本框 24"/>
              <p:cNvSpPr txBox="1"/>
              <p:nvPr>
                <p:custDataLst>
                  <p:tags r:id="rId21"/>
                </p:custDataLst>
              </p:nvPr>
            </p:nvSpPr>
            <p:spPr>
              <a:xfrm>
                <a:off x="15645" y="3977"/>
                <a:ext cx="210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>
                  <a:lnSpc>
                    <a:spcPct val="104000"/>
                  </a:lnSpc>
                </a:pPr>
                <a:r>
                  <a:rPr sz="2100" b="1">
                    <a:solidFill>
                      <a:srgbClr val="000000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仿真验证</a:t>
                </a:r>
                <a:endPara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26" name="文本框 25"/>
              <p:cNvSpPr txBox="1"/>
              <p:nvPr>
                <p:custDataLst>
                  <p:tags r:id="rId22"/>
                </p:custDataLst>
              </p:nvPr>
            </p:nvSpPr>
            <p:spPr>
              <a:xfrm>
                <a:off x="15675" y="4588"/>
                <a:ext cx="1890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>
                <a:noAutofit/>
              </a:bodyPr>
              <a:p>
                <a:pPr algn="l"/>
                <a:r>
                  <a:rPr sz="1350">
                    <a:solidFill>
                      <a:srgbClr val="000000">
                        <a:alpha val="72000"/>
                      </a:srgbClr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虚拟加工验证</a:t>
                </a:r>
                <a:endParaRPr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grpSp>
        <p:nvGrpSpPr>
          <p:cNvPr id="74" name="组合 73"/>
          <p:cNvGrpSpPr/>
          <p:nvPr/>
        </p:nvGrpSpPr>
        <p:grpSpPr>
          <a:xfrm>
            <a:off x="575945" y="4126230"/>
            <a:ext cx="3545840" cy="2345690"/>
            <a:chOff x="907" y="6498"/>
            <a:chExt cx="5584" cy="3694"/>
          </a:xfrm>
        </p:grpSpPr>
        <p:sp>
          <p:nvSpPr>
            <p:cNvPr id="27" name="任意多边形 26"/>
            <p:cNvSpPr/>
            <p:nvPr>
              <p:custDataLst>
                <p:tags r:id="rId23"/>
              </p:custDataLst>
            </p:nvPr>
          </p:nvSpPr>
          <p:spPr>
            <a:xfrm>
              <a:off x="907" y="6498"/>
              <a:ext cx="5585" cy="3694"/>
            </a:xfrm>
            <a:custGeom>
              <a:avLst/>
              <a:gdLst>
                <a:gd name="sw" fmla="*/ 1 w 5585"/>
                <a:gd name="sh" fmla="*/ 1 h 3694"/>
                <a:gd name="mins" fmla="min sw sh"/>
                <a:gd name="dsw" fmla="+- 0 sw mins"/>
                <a:gd name="dsh" fmla="+- 0 sh mins"/>
                <a:gd name="p0x0" fmla="*/ 120 w 5585"/>
                <a:gd name="p0y0" fmla="*/ 0 h 3694"/>
                <a:gd name="p0x1" fmla="*/ 5465 w 5585"/>
                <a:gd name="p0y1" fmla="*/ 0 h 3694"/>
                <a:gd name="p0x2" fmla="*/ 5531 w 5585"/>
                <a:gd name="p0y2" fmla="*/ 0 h 3694"/>
                <a:gd name="p0x3" fmla="*/ 5585 w 5585"/>
                <a:gd name="p0y3" fmla="*/ 53 h 3694"/>
                <a:gd name="p0x4" fmla="*/ 5585 w 5585"/>
                <a:gd name="p0y4" fmla="*/ 120 h 3694"/>
                <a:gd name="p0x5" fmla="*/ 5585 w 5585"/>
                <a:gd name="p0y5" fmla="*/ 3574 h 3694"/>
                <a:gd name="p0x6" fmla="*/ 5585 w 5585"/>
                <a:gd name="p0y6" fmla="*/ 3640 h 3694"/>
                <a:gd name="p0x7" fmla="*/ 5531 w 5585"/>
                <a:gd name="p0y7" fmla="*/ 3694 h 3694"/>
                <a:gd name="p0x8" fmla="*/ 5465 w 5585"/>
                <a:gd name="p0y8" fmla="*/ 3694 h 3694"/>
                <a:gd name="p0x9" fmla="*/ 120 w 5585"/>
                <a:gd name="p0y9" fmla="*/ 3694 h 3694"/>
                <a:gd name="p0x10" fmla="*/ 53 w 5585"/>
                <a:gd name="p0y10" fmla="*/ 3694 h 3694"/>
                <a:gd name="p0x11" fmla="*/ 0 w 5585"/>
                <a:gd name="p0y11" fmla="*/ 3640 h 3694"/>
                <a:gd name="p0x12" fmla="*/ 0 w 5585"/>
                <a:gd name="p0y12" fmla="*/ 3574 h 3694"/>
                <a:gd name="p0x13" fmla="*/ 0 w 5585"/>
                <a:gd name="p0y13" fmla="*/ 120 h 3694"/>
                <a:gd name="p0x14" fmla="*/ 0 w 5585"/>
                <a:gd name="p0y14" fmla="*/ 53 h 3694"/>
                <a:gd name="p0x15" fmla="*/ 53 w 5585"/>
                <a:gd name="p0y15" fmla="*/ 0 h 3694"/>
                <a:gd name="p0x16" fmla="*/ 120 w 5585"/>
                <a:gd name="p0y16" fmla="*/ 0 h 36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任意多边形 27"/>
            <p:cNvSpPr/>
            <p:nvPr>
              <p:custDataLst>
                <p:tags r:id="rId24"/>
              </p:custDataLst>
            </p:nvPr>
          </p:nvSpPr>
          <p:spPr>
            <a:xfrm>
              <a:off x="1215" y="705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9" name="图片 28"/>
            <p:cNvPicPr>
              <a:picLocks noChangeAspect="1"/>
            </p:cNvPicPr>
            <p:nvPr>
              <p:custDataLst>
                <p:tags r:id="rId25"/>
              </p:custDataLst>
            </p:nvPr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 l="-6522" t="-1026" r="-6522" b="-1026"/>
            <a:stretch>
              <a:fillRect/>
            </a:stretch>
          </p:blipFill>
          <p:spPr>
            <a:xfrm>
              <a:off x="1350" y="7182"/>
              <a:ext cx="390" cy="398"/>
            </a:xfrm>
            <a:prstGeom prst="rect">
              <a:avLst/>
            </a:prstGeom>
          </p:spPr>
        </p:pic>
        <p:sp>
          <p:nvSpPr>
            <p:cNvPr id="30" name="文本框 29"/>
            <p:cNvSpPr txBox="1"/>
            <p:nvPr>
              <p:custDataLst>
                <p:tags r:id="rId28"/>
              </p:custDataLst>
            </p:nvPr>
          </p:nvSpPr>
          <p:spPr>
            <a:xfrm>
              <a:off x="2055" y="7097"/>
              <a:ext cx="210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零件对象</a:t>
              </a:r>
              <a:endPara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文本框 30"/>
            <p:cNvSpPr txBox="1"/>
            <p:nvPr>
              <p:custDataLst>
                <p:tags r:id="rId29"/>
              </p:custDataLst>
            </p:nvPr>
          </p:nvSpPr>
          <p:spPr>
            <a:xfrm>
              <a:off x="1215" y="7933"/>
              <a:ext cx="12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规格：</a:t>
              </a:r>
              <a:endPara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30"/>
              </p:custDataLst>
            </p:nvPr>
          </p:nvSpPr>
          <p:spPr>
            <a:xfrm>
              <a:off x="2175" y="7933"/>
              <a:ext cx="2726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altLang="en-US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160</a:t>
              </a:r>
              <a:r>
                <a:rPr lang="zh-CN" altLang="en-US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×</a:t>
              </a:r>
              <a:r>
                <a:rPr lang="en-US" altLang="zh-CN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160</a:t>
              </a:r>
              <a:r>
                <a:rPr lang="zh-CN" altLang="en-US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×</a:t>
              </a:r>
              <a:r>
                <a:rPr lang="en-US" altLang="zh-CN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24mm</a:t>
              </a:r>
              <a:endParaRPr lang="en-US" alt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31"/>
              </p:custDataLst>
            </p:nvPr>
          </p:nvSpPr>
          <p:spPr>
            <a:xfrm>
              <a:off x="1215" y="8533"/>
              <a:ext cx="12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类型：</a:t>
              </a:r>
              <a:endPara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32"/>
              </p:custDataLst>
            </p:nvPr>
          </p:nvSpPr>
          <p:spPr>
            <a:xfrm>
              <a:off x="2175" y="8533"/>
              <a:ext cx="15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方形板块</a:t>
              </a:r>
              <a:endPara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5" name="文本框 34"/>
            <p:cNvSpPr txBox="1"/>
            <p:nvPr>
              <p:custDataLst>
                <p:tags r:id="rId33"/>
              </p:custDataLst>
            </p:nvPr>
          </p:nvSpPr>
          <p:spPr>
            <a:xfrm>
              <a:off x="1215" y="9133"/>
              <a:ext cx="12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材料：</a:t>
              </a:r>
              <a:endPara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文本框 35"/>
            <p:cNvSpPr txBox="1"/>
            <p:nvPr>
              <p:custDataLst>
                <p:tags r:id="rId34"/>
              </p:custDataLst>
            </p:nvPr>
          </p:nvSpPr>
          <p:spPr>
            <a:xfrm>
              <a:off x="2175" y="9133"/>
              <a:ext cx="974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</a:t>
              </a:r>
              <a:r>
                <a:rPr lang="zh-CN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钢</a:t>
              </a:r>
              <a:endParaRPr 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4322445" y="4126230"/>
            <a:ext cx="3545840" cy="2345690"/>
            <a:chOff x="6807" y="6498"/>
            <a:chExt cx="5584" cy="3694"/>
          </a:xfrm>
        </p:grpSpPr>
        <p:sp>
          <p:nvSpPr>
            <p:cNvPr id="37" name="任意多边形 36"/>
            <p:cNvSpPr/>
            <p:nvPr>
              <p:custDataLst>
                <p:tags r:id="rId35"/>
              </p:custDataLst>
            </p:nvPr>
          </p:nvSpPr>
          <p:spPr>
            <a:xfrm>
              <a:off x="6807" y="6498"/>
              <a:ext cx="5585" cy="3694"/>
            </a:xfrm>
            <a:custGeom>
              <a:avLst/>
              <a:gdLst>
                <a:gd name="sw" fmla="*/ 1 w 5585"/>
                <a:gd name="sh" fmla="*/ 1 h 3694"/>
                <a:gd name="mins" fmla="min sw sh"/>
                <a:gd name="dsw" fmla="+- 0 sw mins"/>
                <a:gd name="dsh" fmla="+- 0 sh mins"/>
                <a:gd name="p0x0" fmla="*/ 120 w 5585"/>
                <a:gd name="p0y0" fmla="*/ 0 h 3694"/>
                <a:gd name="p0x1" fmla="*/ 5465 w 5585"/>
                <a:gd name="p0y1" fmla="*/ 0 h 3694"/>
                <a:gd name="p0x2" fmla="*/ 5531 w 5585"/>
                <a:gd name="p0y2" fmla="*/ 0 h 3694"/>
                <a:gd name="p0x3" fmla="*/ 5585 w 5585"/>
                <a:gd name="p0y3" fmla="*/ 53 h 3694"/>
                <a:gd name="p0x4" fmla="*/ 5585 w 5585"/>
                <a:gd name="p0y4" fmla="*/ 120 h 3694"/>
                <a:gd name="p0x5" fmla="*/ 5585 w 5585"/>
                <a:gd name="p0y5" fmla="*/ 3574 h 3694"/>
                <a:gd name="p0x6" fmla="*/ 5585 w 5585"/>
                <a:gd name="p0y6" fmla="*/ 3640 h 3694"/>
                <a:gd name="p0x7" fmla="*/ 5531 w 5585"/>
                <a:gd name="p0y7" fmla="*/ 3694 h 3694"/>
                <a:gd name="p0x8" fmla="*/ 5465 w 5585"/>
                <a:gd name="p0y8" fmla="*/ 3694 h 3694"/>
                <a:gd name="p0x9" fmla="*/ 120 w 5585"/>
                <a:gd name="p0y9" fmla="*/ 3694 h 3694"/>
                <a:gd name="p0x10" fmla="*/ 53 w 5585"/>
                <a:gd name="p0y10" fmla="*/ 3694 h 3694"/>
                <a:gd name="p0x11" fmla="*/ 0 w 5585"/>
                <a:gd name="p0y11" fmla="*/ 3640 h 3694"/>
                <a:gd name="p0x12" fmla="*/ 0 w 5585"/>
                <a:gd name="p0y12" fmla="*/ 3574 h 3694"/>
                <a:gd name="p0x13" fmla="*/ 0 w 5585"/>
                <a:gd name="p0y13" fmla="*/ 120 h 3694"/>
                <a:gd name="p0x14" fmla="*/ 0 w 5585"/>
                <a:gd name="p0y14" fmla="*/ 53 h 3694"/>
                <a:gd name="p0x15" fmla="*/ 53 w 5585"/>
                <a:gd name="p0y15" fmla="*/ 0 h 3694"/>
                <a:gd name="p0x16" fmla="*/ 120 w 5585"/>
                <a:gd name="p0y16" fmla="*/ 0 h 36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8" name="任意多边形 37"/>
            <p:cNvSpPr/>
            <p:nvPr>
              <p:custDataLst>
                <p:tags r:id="rId36"/>
              </p:custDataLst>
            </p:nvPr>
          </p:nvSpPr>
          <p:spPr>
            <a:xfrm>
              <a:off x="7115" y="680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9" name="图片 38"/>
            <p:cNvPicPr>
              <a:picLocks noChangeAspect="1"/>
            </p:cNvPicPr>
            <p:nvPr>
              <p:custDataLst>
                <p:tags r:id="rId37"/>
              </p:custDataLst>
            </p:nvPr>
          </p:nvPicPr>
          <p:blipFill>
            <a:blip r:embed="rId38">
              <a:extLst>
                <a:ext uri="{96DAC541-7B7A-43D3-8B79-37D633B846F1}">
                  <asvg:svgBlip xmlns:asvg="http://schemas.microsoft.com/office/drawing/2016/SVG/main" r:embed="rId39"/>
                </a:ext>
              </a:extLst>
            </a:blip>
            <a:srcRect l="-2366" t="-10152" r="-2366" b="-10152"/>
            <a:stretch>
              <a:fillRect/>
            </a:stretch>
          </p:blipFill>
          <p:spPr>
            <a:xfrm>
              <a:off x="7201" y="6933"/>
              <a:ext cx="487" cy="397"/>
            </a:xfrm>
            <a:prstGeom prst="rect">
              <a:avLst/>
            </a:prstGeom>
          </p:spPr>
        </p:pic>
        <p:sp>
          <p:nvSpPr>
            <p:cNvPr id="40" name="文本框 39"/>
            <p:cNvSpPr txBox="1"/>
            <p:nvPr>
              <p:custDataLst>
                <p:tags r:id="rId40"/>
              </p:custDataLst>
            </p:nvPr>
          </p:nvSpPr>
          <p:spPr>
            <a:xfrm>
              <a:off x="7955" y="6848"/>
              <a:ext cx="210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软件工具</a:t>
              </a:r>
              <a:endPara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任意多边形 40"/>
            <p:cNvSpPr/>
            <p:nvPr>
              <p:custDataLst>
                <p:tags r:id="rId41"/>
              </p:custDataLst>
            </p:nvPr>
          </p:nvSpPr>
          <p:spPr>
            <a:xfrm>
              <a:off x="7115" y="7799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>
              <p:custDataLst>
                <p:tags r:id="rId42"/>
              </p:custDataLst>
            </p:nvPr>
          </p:nvPicPr>
          <p:blipFill>
            <a:blip r:embed="rId43">
              <a:extLst>
                <a:ext uri="{96DAC541-7B7A-43D3-8B79-37D633B846F1}">
                  <asvg:svgBlip xmlns:asvg="http://schemas.microsoft.com/office/drawing/2016/SVG/main" r:embed="rId44"/>
                </a:ext>
              </a:extLst>
            </a:blip>
            <a:srcRect/>
            <a:stretch>
              <a:fillRect/>
            </a:stretch>
          </p:blipFill>
          <p:spPr>
            <a:xfrm>
              <a:off x="7205" y="7889"/>
              <a:ext cx="240" cy="240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>
              <p:custDataLst>
                <p:tags r:id="rId45"/>
              </p:custDataLst>
            </p:nvPr>
          </p:nvSpPr>
          <p:spPr>
            <a:xfrm>
              <a:off x="7655" y="7531"/>
              <a:ext cx="2761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SolidWorks 2024</a:t>
              </a:r>
              <a:endPara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文本框 43"/>
            <p:cNvSpPr txBox="1"/>
            <p:nvPr>
              <p:custDataLst>
                <p:tags r:id="rId46"/>
              </p:custDataLst>
            </p:nvPr>
          </p:nvSpPr>
          <p:spPr>
            <a:xfrm>
              <a:off x="7655" y="8009"/>
              <a:ext cx="2461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三维建模</a:t>
              </a:r>
              <a:endPara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任意多边形 44"/>
            <p:cNvSpPr/>
            <p:nvPr>
              <p:custDataLst>
                <p:tags r:id="rId47"/>
              </p:custDataLst>
            </p:nvPr>
          </p:nvSpPr>
          <p:spPr>
            <a:xfrm>
              <a:off x="7115" y="8585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6" name="图片 45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l="-9211" r="-9211"/>
            <a:stretch>
              <a:fillRect/>
            </a:stretch>
          </p:blipFill>
          <p:spPr>
            <a:xfrm>
              <a:off x="7175" y="8675"/>
              <a:ext cx="300" cy="240"/>
            </a:xfrm>
            <a:prstGeom prst="rect">
              <a:avLst/>
            </a:prstGeom>
          </p:spPr>
        </p:pic>
        <p:sp>
          <p:nvSpPr>
            <p:cNvPr id="47" name="文本框 46"/>
            <p:cNvSpPr txBox="1"/>
            <p:nvPr>
              <p:custDataLst>
                <p:tags r:id="rId51"/>
              </p:custDataLst>
            </p:nvPr>
          </p:nvSpPr>
          <p:spPr>
            <a:xfrm>
              <a:off x="7655" y="8317"/>
              <a:ext cx="2768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Mastercam 2024</a:t>
              </a:r>
              <a:endPara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8" name="文本框 47"/>
            <p:cNvSpPr txBox="1"/>
            <p:nvPr>
              <p:custDataLst>
                <p:tags r:id="rId52"/>
              </p:custDataLst>
            </p:nvPr>
          </p:nvSpPr>
          <p:spPr>
            <a:xfrm>
              <a:off x="7655" y="8795"/>
              <a:ext cx="2468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数控编程</a:t>
              </a:r>
              <a:endPara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任意多边形 48"/>
            <p:cNvSpPr/>
            <p:nvPr>
              <p:custDataLst>
                <p:tags r:id="rId53"/>
              </p:custDataLst>
            </p:nvPr>
          </p:nvSpPr>
          <p:spPr>
            <a:xfrm>
              <a:off x="7115" y="9371"/>
              <a:ext cx="420" cy="420"/>
            </a:xfrm>
            <a:custGeom>
              <a:avLst/>
              <a:gdLst>
                <a:gd name="sw" fmla="*/ 1 w 420"/>
                <a:gd name="sh" fmla="*/ 1 h 420"/>
                <a:gd name="mins" fmla="min sw sh"/>
                <a:gd name="dsw" fmla="+- 0 sw mins"/>
                <a:gd name="dsh" fmla="+- 0 sh mins"/>
                <a:gd name="p0x0" fmla="*/ 120 w 420"/>
                <a:gd name="p0y0" fmla="*/ 0 h 420"/>
                <a:gd name="p0x1" fmla="*/ 300 w 420"/>
                <a:gd name="p0y1" fmla="*/ 0 h 420"/>
                <a:gd name="p0x2" fmla="*/ 366 w 420"/>
                <a:gd name="p0y2" fmla="*/ 0 h 420"/>
                <a:gd name="p0x3" fmla="*/ 420 w 420"/>
                <a:gd name="p0y3" fmla="*/ 53 h 420"/>
                <a:gd name="p0x4" fmla="*/ 420 w 420"/>
                <a:gd name="p0y4" fmla="*/ 120 h 420"/>
                <a:gd name="p0x5" fmla="*/ 420 w 420"/>
                <a:gd name="p0y5" fmla="*/ 300 h 420"/>
                <a:gd name="p0x6" fmla="*/ 420 w 420"/>
                <a:gd name="p0y6" fmla="*/ 366 h 420"/>
                <a:gd name="p0x7" fmla="*/ 366 w 420"/>
                <a:gd name="p0y7" fmla="*/ 420 h 420"/>
                <a:gd name="p0x8" fmla="*/ 300 w 420"/>
                <a:gd name="p0y8" fmla="*/ 420 h 420"/>
                <a:gd name="p0x9" fmla="*/ 120 w 420"/>
                <a:gd name="p0y9" fmla="*/ 420 h 420"/>
                <a:gd name="p0x10" fmla="*/ 53 w 420"/>
                <a:gd name="p0y10" fmla="*/ 420 h 420"/>
                <a:gd name="p0x11" fmla="*/ 0 w 420"/>
                <a:gd name="p0y11" fmla="*/ 366 h 420"/>
                <a:gd name="p0x12" fmla="*/ 0 w 420"/>
                <a:gd name="p0y12" fmla="*/ 300 h 420"/>
                <a:gd name="p0x13" fmla="*/ 0 w 420"/>
                <a:gd name="p0y13" fmla="*/ 120 h 420"/>
                <a:gd name="p0x14" fmla="*/ 0 w 420"/>
                <a:gd name="p0y14" fmla="*/ 53 h 420"/>
                <a:gd name="p0x15" fmla="*/ 53 w 420"/>
                <a:gd name="p0y15" fmla="*/ 0 h 420"/>
                <a:gd name="p0x16" fmla="*/ 120 w 420"/>
                <a:gd name="p0y16" fmla="*/ 0 h 42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50" name="图片 49"/>
            <p:cNvPicPr>
              <a:picLocks noChangeAspect="1"/>
            </p:cNvPicPr>
            <p:nvPr>
              <p:custDataLst>
                <p:tags r:id="rId54"/>
              </p:custDataLst>
            </p:nvPr>
          </p:nvPicPr>
          <p:blipFill>
            <a:blip r:embed="rId55">
              <a:extLst>
                <a:ext uri="{96DAC541-7B7A-43D3-8B79-37D633B846F1}">
                  <asvg:svgBlip xmlns:asvg="http://schemas.microsoft.com/office/drawing/2016/SVG/main" r:embed="rId56"/>
                </a:ext>
              </a:extLst>
            </a:blip>
            <a:srcRect t="-30000" b="-30000"/>
            <a:stretch>
              <a:fillRect/>
            </a:stretch>
          </p:blipFill>
          <p:spPr>
            <a:xfrm>
              <a:off x="7190" y="9461"/>
              <a:ext cx="270" cy="240"/>
            </a:xfrm>
            <a:prstGeom prst="rect">
              <a:avLst/>
            </a:prstGeom>
          </p:spPr>
        </p:pic>
        <p:sp>
          <p:nvSpPr>
            <p:cNvPr id="51" name="文本框 50"/>
            <p:cNvSpPr txBox="1"/>
            <p:nvPr>
              <p:custDataLst>
                <p:tags r:id="rId57"/>
              </p:custDataLst>
            </p:nvPr>
          </p:nvSpPr>
          <p:spPr>
            <a:xfrm>
              <a:off x="7655" y="9103"/>
              <a:ext cx="2246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宇龙仿真</a:t>
              </a:r>
              <a:r>
                <a:rPr lang="en-US" altLang="zh-CN"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V2.8</a:t>
              </a:r>
              <a:endParaRPr lang="en-US" alt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2" name="文本框 51"/>
            <p:cNvSpPr txBox="1"/>
            <p:nvPr>
              <p:custDataLst>
                <p:tags r:id="rId58"/>
              </p:custDataLst>
            </p:nvPr>
          </p:nvSpPr>
          <p:spPr>
            <a:xfrm>
              <a:off x="7655" y="9582"/>
              <a:ext cx="1946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虚拟验证</a:t>
              </a:r>
              <a:endPara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8068945" y="4126230"/>
            <a:ext cx="3545840" cy="2345690"/>
            <a:chOff x="12707" y="6498"/>
            <a:chExt cx="5584" cy="3694"/>
          </a:xfrm>
        </p:grpSpPr>
        <p:sp>
          <p:nvSpPr>
            <p:cNvPr id="53" name="任意多边形 52"/>
            <p:cNvSpPr/>
            <p:nvPr>
              <p:custDataLst>
                <p:tags r:id="rId59"/>
              </p:custDataLst>
            </p:nvPr>
          </p:nvSpPr>
          <p:spPr>
            <a:xfrm>
              <a:off x="12707" y="6498"/>
              <a:ext cx="5585" cy="3694"/>
            </a:xfrm>
            <a:custGeom>
              <a:avLst/>
              <a:gdLst>
                <a:gd name="sw" fmla="*/ 1 w 5585"/>
                <a:gd name="sh" fmla="*/ 1 h 3694"/>
                <a:gd name="mins" fmla="min sw sh"/>
                <a:gd name="dsw" fmla="+- 0 sw mins"/>
                <a:gd name="dsh" fmla="+- 0 sh mins"/>
                <a:gd name="p0x0" fmla="*/ 120 w 5585"/>
                <a:gd name="p0y0" fmla="*/ 0 h 3694"/>
                <a:gd name="p0x1" fmla="*/ 5465 w 5585"/>
                <a:gd name="p0y1" fmla="*/ 0 h 3694"/>
                <a:gd name="p0x2" fmla="*/ 5531 w 5585"/>
                <a:gd name="p0y2" fmla="*/ 0 h 3694"/>
                <a:gd name="p0x3" fmla="*/ 5585 w 5585"/>
                <a:gd name="p0y3" fmla="*/ 53 h 3694"/>
                <a:gd name="p0x4" fmla="*/ 5585 w 5585"/>
                <a:gd name="p0y4" fmla="*/ 120 h 3694"/>
                <a:gd name="p0x5" fmla="*/ 5585 w 5585"/>
                <a:gd name="p0y5" fmla="*/ 3574 h 3694"/>
                <a:gd name="p0x6" fmla="*/ 5585 w 5585"/>
                <a:gd name="p0y6" fmla="*/ 3640 h 3694"/>
                <a:gd name="p0x7" fmla="*/ 5531 w 5585"/>
                <a:gd name="p0y7" fmla="*/ 3694 h 3694"/>
                <a:gd name="p0x8" fmla="*/ 5465 w 5585"/>
                <a:gd name="p0y8" fmla="*/ 3694 h 3694"/>
                <a:gd name="p0x9" fmla="*/ 120 w 5585"/>
                <a:gd name="p0y9" fmla="*/ 3694 h 3694"/>
                <a:gd name="p0x10" fmla="*/ 53 w 5585"/>
                <a:gd name="p0y10" fmla="*/ 3694 h 3694"/>
                <a:gd name="p0x11" fmla="*/ 0 w 5585"/>
                <a:gd name="p0y11" fmla="*/ 3640 h 3694"/>
                <a:gd name="p0x12" fmla="*/ 0 w 5585"/>
                <a:gd name="p0y12" fmla="*/ 3574 h 3694"/>
                <a:gd name="p0x13" fmla="*/ 0 w 5585"/>
                <a:gd name="p0y13" fmla="*/ 120 h 3694"/>
                <a:gd name="p0x14" fmla="*/ 0 w 5585"/>
                <a:gd name="p0y14" fmla="*/ 53 h 3694"/>
                <a:gd name="p0x15" fmla="*/ 53 w 5585"/>
                <a:gd name="p0y15" fmla="*/ 0 h 3694"/>
                <a:gd name="p0x16" fmla="*/ 120 w 5585"/>
                <a:gd name="p0y16" fmla="*/ 0 h 3694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4" name="任意多边形 53"/>
            <p:cNvSpPr/>
            <p:nvPr>
              <p:custDataLst>
                <p:tags r:id="rId60"/>
              </p:custDataLst>
            </p:nvPr>
          </p:nvSpPr>
          <p:spPr>
            <a:xfrm>
              <a:off x="13015" y="680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55" name="图片 54"/>
            <p:cNvPicPr>
              <a:picLocks noChangeAspect="1"/>
            </p:cNvPicPr>
            <p:nvPr>
              <p:custDataLst>
                <p:tags r:id="rId61"/>
              </p:custDataLst>
            </p:nvPr>
          </p:nvPicPr>
          <p:blipFill>
            <a:blip r:embed="rId62">
              <a:extLst>
                <a:ext uri="{96DAC541-7B7A-43D3-8B79-37D633B846F1}">
                  <asvg:svgBlip xmlns:asvg="http://schemas.microsoft.com/office/drawing/2016/SVG/main" r:embed="rId63"/>
                </a:ext>
              </a:extLst>
            </a:blip>
            <a:srcRect l="-2273" t="-10152" r="-2273" b="-10152"/>
            <a:stretch>
              <a:fillRect/>
            </a:stretch>
          </p:blipFill>
          <p:spPr>
            <a:xfrm>
              <a:off x="13172" y="6933"/>
              <a:ext cx="345" cy="397"/>
            </a:xfrm>
            <a:prstGeom prst="rect">
              <a:avLst/>
            </a:prstGeom>
          </p:spPr>
        </p:pic>
        <p:sp>
          <p:nvSpPr>
            <p:cNvPr id="56" name="文本框 55"/>
            <p:cNvSpPr txBox="1"/>
            <p:nvPr>
              <p:custDataLst>
                <p:tags r:id="rId64"/>
              </p:custDataLst>
            </p:nvPr>
          </p:nvSpPr>
          <p:spPr>
            <a:xfrm>
              <a:off x="13855" y="6848"/>
              <a:ext cx="210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关键要求</a:t>
              </a:r>
              <a:endPara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7" name="文本框 56"/>
            <p:cNvSpPr txBox="1"/>
            <p:nvPr>
              <p:custDataLst>
                <p:tags r:id="rId65"/>
              </p:custDataLst>
            </p:nvPr>
          </p:nvSpPr>
          <p:spPr>
            <a:xfrm>
              <a:off x="13015" y="7682"/>
              <a:ext cx="497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八角形配合面对角线</a:t>
              </a:r>
              <a:endPara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8" name="文本框 57"/>
            <p:cNvSpPr txBox="1"/>
            <p:nvPr>
              <p:custDataLst>
                <p:tags r:id="rId66"/>
              </p:custDataLst>
            </p:nvPr>
          </p:nvSpPr>
          <p:spPr>
            <a:xfrm>
              <a:off x="13015" y="8102"/>
              <a:ext cx="3140" cy="7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altLang="en-US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120</a:t>
              </a:r>
              <a:r>
                <a:rPr lang="zh-CN" altLang="en-US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±</a:t>
              </a:r>
              <a:r>
                <a:rPr lang="en-US" altLang="zh-CN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0.05mm</a:t>
              </a:r>
              <a:endPara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59" name="文本框 58"/>
            <p:cNvSpPr txBox="1"/>
            <p:nvPr>
              <p:custDataLst>
                <p:tags r:id="rId67"/>
              </p:custDataLst>
            </p:nvPr>
          </p:nvSpPr>
          <p:spPr>
            <a:xfrm>
              <a:off x="13015" y="8861"/>
              <a:ext cx="497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关键面表面粗糙度</a:t>
              </a:r>
              <a:endPara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0" name="文本框 59"/>
            <p:cNvSpPr txBox="1"/>
            <p:nvPr>
              <p:custDataLst>
                <p:tags r:id="rId68"/>
              </p:custDataLst>
            </p:nvPr>
          </p:nvSpPr>
          <p:spPr>
            <a:xfrm>
              <a:off x="13015" y="9282"/>
              <a:ext cx="2243" cy="72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Ra1.6μm</a:t>
              </a:r>
              <a:endPara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70" name="组合 69"/>
          <p:cNvGrpSpPr/>
          <p:nvPr/>
        </p:nvGrpSpPr>
        <p:grpSpPr>
          <a:xfrm>
            <a:off x="695325" y="1109345"/>
            <a:ext cx="2294890" cy="2816860"/>
            <a:chOff x="1095" y="1747"/>
            <a:chExt cx="3614" cy="4436"/>
          </a:xfrm>
        </p:grpSpPr>
        <p:sp>
          <p:nvSpPr>
            <p:cNvPr id="7" name="文本框 6"/>
            <p:cNvSpPr txBox="1"/>
            <p:nvPr>
              <p:custDataLst>
                <p:tags r:id="rId69"/>
              </p:custDataLst>
            </p:nvPr>
          </p:nvSpPr>
          <p:spPr>
            <a:xfrm>
              <a:off x="1843" y="3977"/>
              <a:ext cx="2164" cy="5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sz="2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CAD</a:t>
              </a:r>
              <a:r>
                <a:rPr lang="zh-CN" sz="2100" b="1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建模</a:t>
              </a:r>
              <a:endParaRPr lang="zh-CN"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>
              <p:custDataLst>
                <p:tags r:id="rId70"/>
              </p:custDataLst>
            </p:nvPr>
          </p:nvSpPr>
          <p:spPr>
            <a:xfrm>
              <a:off x="1905" y="4588"/>
              <a:ext cx="1890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350">
                  <a:solidFill>
                    <a:srgbClr val="FFFFFF">
                      <a:alpha val="90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三维实体设计</a:t>
              </a:r>
              <a:endParaRPr sz="1350">
                <a:solidFill>
                  <a:srgbClr val="FFFFFF">
                    <a:alpha val="90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4" name="任意多边形 63"/>
            <p:cNvSpPr/>
            <p:nvPr>
              <p:custDataLst>
                <p:tags r:id="rId71"/>
              </p:custDataLst>
            </p:nvPr>
          </p:nvSpPr>
          <p:spPr>
            <a:xfrm>
              <a:off x="1095" y="1747"/>
              <a:ext cx="3615" cy="4436"/>
            </a:xfrm>
            <a:custGeom>
              <a:avLst/>
              <a:gdLst>
                <a:gd name="sw" fmla="*/ 1 w 3615"/>
                <a:gd name="sh" fmla="*/ 1 h 4435"/>
                <a:gd name="mins" fmla="min sw sh"/>
                <a:gd name="dsw" fmla="+- 0 sw mins"/>
                <a:gd name="dsh" fmla="+- 0 sh mins"/>
                <a:gd name="p0x0" fmla="*/ 120 w 3615"/>
                <a:gd name="p0y0" fmla="*/ 0 h 4435"/>
                <a:gd name="p0x1" fmla="*/ 3495 w 3615"/>
                <a:gd name="p0y1" fmla="*/ 0 h 4435"/>
                <a:gd name="p0x2" fmla="*/ 3561 w 3615"/>
                <a:gd name="p0y2" fmla="*/ 0 h 4435"/>
                <a:gd name="p0x3" fmla="*/ 3615 w 3615"/>
                <a:gd name="p0y3" fmla="*/ 53 h 4435"/>
                <a:gd name="p0x4" fmla="*/ 3615 w 3615"/>
                <a:gd name="p0y4" fmla="*/ 120 h 4435"/>
                <a:gd name="p0x5" fmla="*/ 3615 w 3615"/>
                <a:gd name="p0y5" fmla="*/ 4315 h 4435"/>
                <a:gd name="p0x6" fmla="*/ 3615 w 3615"/>
                <a:gd name="p0y6" fmla="*/ 4382 h 4435"/>
                <a:gd name="p0x7" fmla="*/ 3561 w 3615"/>
                <a:gd name="p0y7" fmla="*/ 4435 h 4435"/>
                <a:gd name="p0x8" fmla="*/ 3495 w 3615"/>
                <a:gd name="p0y8" fmla="*/ 4435 h 4435"/>
                <a:gd name="p0x9" fmla="*/ 120 w 3615"/>
                <a:gd name="p0y9" fmla="*/ 4435 h 4435"/>
                <a:gd name="p0x10" fmla="*/ 53 w 3615"/>
                <a:gd name="p0y10" fmla="*/ 4435 h 4435"/>
                <a:gd name="p0x11" fmla="*/ 0 w 3615"/>
                <a:gd name="p0y11" fmla="*/ 4382 h 4435"/>
                <a:gd name="p0x12" fmla="*/ 0 w 3615"/>
                <a:gd name="p0y12" fmla="*/ 4315 h 4435"/>
                <a:gd name="p0x13" fmla="*/ 0 w 3615"/>
                <a:gd name="p0y13" fmla="*/ 120 h 4435"/>
                <a:gd name="p0x14" fmla="*/ 0 w 3615"/>
                <a:gd name="p0y14" fmla="*/ 53 h 4435"/>
                <a:gd name="p0x15" fmla="*/ 53 w 3615"/>
                <a:gd name="p0y15" fmla="*/ 0 h 4435"/>
                <a:gd name="p0x16" fmla="*/ 120 w 3615"/>
                <a:gd name="p0y16" fmla="*/ 0 h 443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5" name="任意多边形 64"/>
            <p:cNvSpPr/>
            <p:nvPr>
              <p:custDataLst>
                <p:tags r:id="rId72"/>
              </p:custDataLst>
            </p:nvPr>
          </p:nvSpPr>
          <p:spPr>
            <a:xfrm>
              <a:off x="2513" y="2982"/>
              <a:ext cx="780" cy="780"/>
            </a:xfrm>
            <a:custGeom>
              <a:avLst/>
              <a:gdLst>
                <a:gd name="sw" fmla="*/ 1 w 780"/>
                <a:gd name="sh" fmla="*/ 1 h 780"/>
                <a:gd name="mins" fmla="min sw sh"/>
                <a:gd name="dsw" fmla="+- 0 sw mins"/>
                <a:gd name="dsh" fmla="+- 0 sh mins"/>
                <a:gd name="p0x0" fmla="*/ 120 w 780"/>
                <a:gd name="p0y0" fmla="*/ 0 h 780"/>
                <a:gd name="p0x1" fmla="*/ 660 w 780"/>
                <a:gd name="p0y1" fmla="*/ 0 h 780"/>
                <a:gd name="p0x2" fmla="*/ 726 w 780"/>
                <a:gd name="p0y2" fmla="*/ 0 h 780"/>
                <a:gd name="p0x3" fmla="*/ 780 w 780"/>
                <a:gd name="p0y3" fmla="*/ 53 h 780"/>
                <a:gd name="p0x4" fmla="*/ 780 w 780"/>
                <a:gd name="p0y4" fmla="*/ 120 h 780"/>
                <a:gd name="p0x5" fmla="*/ 780 w 780"/>
                <a:gd name="p0y5" fmla="*/ 660 h 780"/>
                <a:gd name="p0x6" fmla="*/ 780 w 780"/>
                <a:gd name="p0y6" fmla="*/ 726 h 780"/>
                <a:gd name="p0x7" fmla="*/ 726 w 780"/>
                <a:gd name="p0y7" fmla="*/ 780 h 780"/>
                <a:gd name="p0x8" fmla="*/ 660 w 780"/>
                <a:gd name="p0y8" fmla="*/ 780 h 780"/>
                <a:gd name="p0x9" fmla="*/ 120 w 780"/>
                <a:gd name="p0y9" fmla="*/ 780 h 780"/>
                <a:gd name="p0x10" fmla="*/ 53 w 780"/>
                <a:gd name="p0y10" fmla="*/ 780 h 780"/>
                <a:gd name="p0x11" fmla="*/ 0 w 780"/>
                <a:gd name="p0y11" fmla="*/ 726 h 780"/>
                <a:gd name="p0x12" fmla="*/ 0 w 780"/>
                <a:gd name="p0y12" fmla="*/ 660 h 780"/>
                <a:gd name="p0x13" fmla="*/ 0 w 780"/>
                <a:gd name="p0y13" fmla="*/ 120 h 780"/>
                <a:gd name="p0x14" fmla="*/ 0 w 780"/>
                <a:gd name="p0y14" fmla="*/ 53 h 780"/>
                <a:gd name="p0x15" fmla="*/ 53 w 780"/>
                <a:gd name="p0y15" fmla="*/ 0 h 780"/>
                <a:gd name="p0x16" fmla="*/ 120 w 780"/>
                <a:gd name="p0y16" fmla="*/ 0 h 78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6" name="文本框 65"/>
            <p:cNvSpPr txBox="1"/>
            <p:nvPr>
              <p:custDataLst>
                <p:tags r:id="rId73"/>
              </p:custDataLst>
            </p:nvPr>
          </p:nvSpPr>
          <p:spPr>
            <a:xfrm>
              <a:off x="2603" y="3098"/>
              <a:ext cx="1079" cy="54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0</a:t>
              </a:r>
              <a:r>
                <a:rPr lang="en-US" sz="24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7" name="文本框 66"/>
            <p:cNvSpPr txBox="1"/>
            <p:nvPr>
              <p:custDataLst>
                <p:tags r:id="rId74"/>
              </p:custDataLst>
            </p:nvPr>
          </p:nvSpPr>
          <p:spPr>
            <a:xfrm>
              <a:off x="2063" y="3977"/>
              <a:ext cx="2100" cy="576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CAD</a:t>
              </a:r>
              <a:r>
                <a:rPr lang="zh-CN" altLang="en-US"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建模</a:t>
              </a:r>
              <a:endPara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8" name="文本框 67"/>
            <p:cNvSpPr txBox="1"/>
            <p:nvPr>
              <p:custDataLst>
                <p:tags r:id="rId75"/>
              </p:custDataLst>
            </p:nvPr>
          </p:nvSpPr>
          <p:spPr>
            <a:xfrm>
              <a:off x="1945" y="4588"/>
              <a:ext cx="2062" cy="36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3D</a:t>
              </a:r>
              <a:r>
                <a:rPr lang="zh-CN" alt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模型与工程图</a:t>
              </a:r>
              <a:endPara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76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50487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1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61204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9023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2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2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30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3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7315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2707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2517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0" presetClass="entr" presetSubtype="0" ac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4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  <p:from x="0" y="0"/>
                                      <p:to x="100000" y="100000"/>
                                    </p:animScale>
                                    <p:anim to="" calcmode="lin" valueType="num">
                                      <p:cBhvr>
                                        <p:cTn id="4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5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4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4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78"/>
                                          </p:val>
                                        </p:tav>
                                        <p:tav tm="100000">
                                          <p:val>
                                            <p:fltVal val="0.85111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5117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5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7298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1204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5111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3671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0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78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7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499974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1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85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8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65362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8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4632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3" presetID="23" presetClass="entr" presetSubtype="28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filter="fade">
                                      <p:cBhvr>
                                        <p:cTn id="9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anim to="" calcmode="lin" valueType="num">
                                      <p:cBhvr>
                                        <p:cTn id="9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64909"/>
                                          </p:val>
                                        </p:tav>
                                        <p:tav tm="100000">
                                          <p:val>
                                            <p:fltVal val="0.807266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268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5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0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97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0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11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0726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2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7268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3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4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50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1" name="等腰三角形 5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零件结构分析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1500" y="1104900"/>
            <a:ext cx="647700" cy="381000"/>
          </a:xfrm>
          <a:custGeom>
            <a:avLst/>
            <a:gdLst>
              <a:gd name="sw" fmla="*/ 1 w 1020"/>
              <a:gd name="sh" fmla="*/ 1 h 600"/>
              <a:gd name="mins" fmla="min sw sh"/>
              <a:gd name="dsw" fmla="+- 0 sw mins"/>
              <a:gd name="dsh" fmla="+- 0 sh mins"/>
              <a:gd name="p0x0" fmla="*/ 30 w 1020"/>
              <a:gd name="p0y0" fmla="*/ 0 h 600"/>
              <a:gd name="p0x1" fmla="*/ 990 w 1020"/>
              <a:gd name="p0y1" fmla="*/ 0 h 600"/>
              <a:gd name="p0x2" fmla="*/ 1006 w 1020"/>
              <a:gd name="p0y2" fmla="*/ 0 h 600"/>
              <a:gd name="p0x3" fmla="*/ 1020 w 1020"/>
              <a:gd name="p0y3" fmla="*/ 13 h 600"/>
              <a:gd name="p0x4" fmla="*/ 1020 w 1020"/>
              <a:gd name="p0y4" fmla="*/ 30 h 600"/>
              <a:gd name="p0x5" fmla="*/ 1020 w 1020"/>
              <a:gd name="p0y5" fmla="*/ 570 h 600"/>
              <a:gd name="p0x6" fmla="*/ 1020 w 1020"/>
              <a:gd name="p0y6" fmla="*/ 586 h 600"/>
              <a:gd name="p0x7" fmla="*/ 1006 w 1020"/>
              <a:gd name="p0y7" fmla="*/ 600 h 600"/>
              <a:gd name="p0x8" fmla="*/ 990 w 1020"/>
              <a:gd name="p0y8" fmla="*/ 600 h 600"/>
              <a:gd name="p0x9" fmla="*/ 30 w 1020"/>
              <a:gd name="p0y9" fmla="*/ 600 h 600"/>
              <a:gd name="p0x10" fmla="*/ 13 w 1020"/>
              <a:gd name="p0y10" fmla="*/ 600 h 600"/>
              <a:gd name="p0x11" fmla="*/ 0 w 1020"/>
              <a:gd name="p0y11" fmla="*/ 586 h 600"/>
              <a:gd name="p0x12" fmla="*/ 0 w 1020"/>
              <a:gd name="p0y12" fmla="*/ 570 h 600"/>
              <a:gd name="p0x13" fmla="*/ 0 w 1020"/>
              <a:gd name="p0y13" fmla="*/ 30 h 600"/>
              <a:gd name="p0x14" fmla="*/ 0 w 1020"/>
              <a:gd name="p0y14" fmla="*/ 13 h 600"/>
              <a:gd name="p0x15" fmla="*/ 13 w 1020"/>
              <a:gd name="p0y15" fmla="*/ 0 h 600"/>
              <a:gd name="p0x16" fmla="*/ 30 w 102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723900" y="1181100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凹模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7"/>
            </p:custDataLst>
          </p:nvPr>
        </p:nvSpPr>
        <p:spPr>
          <a:xfrm>
            <a:off x="1333576" y="116919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型腔结构</a:t>
            </a:r>
            <a:endParaRPr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任意多边形 26"/>
          <p:cNvSpPr/>
          <p:nvPr>
            <p:custDataLst>
              <p:tags r:id="rId8"/>
            </p:custDataLst>
          </p:nvPr>
        </p:nvSpPr>
        <p:spPr>
          <a:xfrm>
            <a:off x="6229350" y="1104900"/>
            <a:ext cx="647700" cy="381000"/>
          </a:xfrm>
          <a:custGeom>
            <a:avLst/>
            <a:gdLst>
              <a:gd name="sw" fmla="*/ 1 w 1020"/>
              <a:gd name="sh" fmla="*/ 1 h 600"/>
              <a:gd name="mins" fmla="min sw sh"/>
              <a:gd name="dsw" fmla="+- 0 sw mins"/>
              <a:gd name="dsh" fmla="+- 0 sh mins"/>
              <a:gd name="p0x0" fmla="*/ 30 w 1020"/>
              <a:gd name="p0y0" fmla="*/ 0 h 600"/>
              <a:gd name="p0x1" fmla="*/ 990 w 1020"/>
              <a:gd name="p0y1" fmla="*/ 0 h 600"/>
              <a:gd name="p0x2" fmla="*/ 1006 w 1020"/>
              <a:gd name="p0y2" fmla="*/ 0 h 600"/>
              <a:gd name="p0x3" fmla="*/ 1020 w 1020"/>
              <a:gd name="p0y3" fmla="*/ 13 h 600"/>
              <a:gd name="p0x4" fmla="*/ 1020 w 1020"/>
              <a:gd name="p0y4" fmla="*/ 30 h 600"/>
              <a:gd name="p0x5" fmla="*/ 1020 w 1020"/>
              <a:gd name="p0y5" fmla="*/ 570 h 600"/>
              <a:gd name="p0x6" fmla="*/ 1020 w 1020"/>
              <a:gd name="p0y6" fmla="*/ 586 h 600"/>
              <a:gd name="p0x7" fmla="*/ 1006 w 1020"/>
              <a:gd name="p0y7" fmla="*/ 600 h 600"/>
              <a:gd name="p0x8" fmla="*/ 990 w 1020"/>
              <a:gd name="p0y8" fmla="*/ 600 h 600"/>
              <a:gd name="p0x9" fmla="*/ 30 w 1020"/>
              <a:gd name="p0y9" fmla="*/ 600 h 600"/>
              <a:gd name="p0x10" fmla="*/ 13 w 1020"/>
              <a:gd name="p0y10" fmla="*/ 600 h 600"/>
              <a:gd name="p0x11" fmla="*/ 0 w 1020"/>
              <a:gd name="p0y11" fmla="*/ 586 h 600"/>
              <a:gd name="p0x12" fmla="*/ 0 w 1020"/>
              <a:gd name="p0y12" fmla="*/ 570 h 600"/>
              <a:gd name="p0x13" fmla="*/ 0 w 1020"/>
              <a:gd name="p0y13" fmla="*/ 30 h 600"/>
              <a:gd name="p0x14" fmla="*/ 0 w 1020"/>
              <a:gd name="p0y14" fmla="*/ 13 h 600"/>
              <a:gd name="p0x15" fmla="*/ 13 w 1020"/>
              <a:gd name="p0y15" fmla="*/ 0 h 600"/>
              <a:gd name="p0x16" fmla="*/ 30 w 1020"/>
              <a:gd name="p0y16" fmla="*/ 0 h 60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9"/>
            </p:custDataLst>
          </p:nvPr>
        </p:nvSpPr>
        <p:spPr>
          <a:xfrm>
            <a:off x="6381750" y="1181100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凸模</a:t>
            </a:r>
            <a:endParaRPr sz="13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文本框 28"/>
          <p:cNvSpPr txBox="1"/>
          <p:nvPr>
            <p:custDataLst>
              <p:tags r:id="rId10"/>
            </p:custDataLst>
          </p:nvPr>
        </p:nvSpPr>
        <p:spPr>
          <a:xfrm>
            <a:off x="6991426" y="1169194"/>
            <a:ext cx="952500" cy="252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凸台结构</a:t>
            </a:r>
            <a:endParaRPr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75945" y="1680845"/>
            <a:ext cx="5380990" cy="1135380"/>
            <a:chOff x="907" y="2647"/>
            <a:chExt cx="8474" cy="1788"/>
          </a:xfrm>
        </p:grpSpPr>
        <p:sp>
          <p:nvSpPr>
            <p:cNvPr id="7" name="任意多边形 6"/>
            <p:cNvSpPr/>
            <p:nvPr>
              <p:custDataLst>
                <p:tags r:id="rId11"/>
              </p:custDataLst>
            </p:nvPr>
          </p:nvSpPr>
          <p:spPr>
            <a:xfrm>
              <a:off x="907" y="2647"/>
              <a:ext cx="8475" cy="1788"/>
            </a:xfrm>
            <a:custGeom>
              <a:avLst/>
              <a:gdLst>
                <a:gd name="sw" fmla="*/ 1 w 8475"/>
                <a:gd name="sh" fmla="*/ 1 h 1788"/>
                <a:gd name="mins" fmla="min sw sh"/>
                <a:gd name="dsw" fmla="+- 0 sw mins"/>
                <a:gd name="dsh" fmla="+- 0 sh mins"/>
                <a:gd name="p0x0" fmla="*/ 120 w 8475"/>
                <a:gd name="p0y0" fmla="*/ 0 h 1788"/>
                <a:gd name="p0x1" fmla="*/ 8355 w 8475"/>
                <a:gd name="p0y1" fmla="*/ 0 h 1788"/>
                <a:gd name="p0x2" fmla="*/ 8421 w 8475"/>
                <a:gd name="p0y2" fmla="*/ 0 h 1788"/>
                <a:gd name="p0x3" fmla="*/ 8475 w 8475"/>
                <a:gd name="p0y3" fmla="*/ 53 h 1788"/>
                <a:gd name="p0x4" fmla="*/ 8475 w 8475"/>
                <a:gd name="p0y4" fmla="*/ 120 h 1788"/>
                <a:gd name="p0x5" fmla="*/ 8475 w 8475"/>
                <a:gd name="p0y5" fmla="*/ 1668 h 1788"/>
                <a:gd name="p0x6" fmla="*/ 8475 w 8475"/>
                <a:gd name="p0y6" fmla="*/ 1734 h 1788"/>
                <a:gd name="p0x7" fmla="*/ 8421 w 8475"/>
                <a:gd name="p0y7" fmla="*/ 1788 h 1788"/>
                <a:gd name="p0x8" fmla="*/ 8355 w 8475"/>
                <a:gd name="p0y8" fmla="*/ 1788 h 1788"/>
                <a:gd name="p0x9" fmla="*/ 120 w 8475"/>
                <a:gd name="p0y9" fmla="*/ 1788 h 1788"/>
                <a:gd name="p0x10" fmla="*/ 53 w 8475"/>
                <a:gd name="p0y10" fmla="*/ 1788 h 1788"/>
                <a:gd name="p0x11" fmla="*/ 0 w 8475"/>
                <a:gd name="p0y11" fmla="*/ 1734 h 1788"/>
                <a:gd name="p0x12" fmla="*/ 0 w 8475"/>
                <a:gd name="p0y12" fmla="*/ 1668 h 1788"/>
                <a:gd name="p0x13" fmla="*/ 0 w 8475"/>
                <a:gd name="p0y13" fmla="*/ 120 h 1788"/>
                <a:gd name="p0x14" fmla="*/ 0 w 8475"/>
                <a:gd name="p0y14" fmla="*/ 53 h 1788"/>
                <a:gd name="p0x15" fmla="*/ 53 w 8475"/>
                <a:gd name="p0y15" fmla="*/ 0 h 1788"/>
                <a:gd name="p0x16" fmla="*/ 120 w 8475"/>
                <a:gd name="p0y16" fmla="*/ 0 h 17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任意多边形 7"/>
            <p:cNvSpPr/>
            <p:nvPr>
              <p:custDataLst>
                <p:tags r:id="rId12"/>
              </p:custDataLst>
            </p:nvPr>
          </p:nvSpPr>
          <p:spPr>
            <a:xfrm>
              <a:off x="1155" y="3211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9" name="图片 8"/>
            <p:cNvPicPr>
              <a:picLocks noChangeAspect="1"/>
            </p:cNvPicPr>
            <p:nvPr>
              <p:custDataLst>
                <p:tags r:id="rId13"/>
              </p:custDataLst>
            </p:nvPr>
          </p:nvPicPr>
          <p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rcRect l="-2000" t="-2933" r="-2000" b="-2933"/>
            <a:stretch>
              <a:fillRect/>
            </a:stretch>
          </p:blipFill>
          <p:spPr>
            <a:xfrm>
              <a:off x="1290" y="3339"/>
              <a:ext cx="390" cy="397"/>
            </a:xfrm>
            <a:prstGeom prst="rect">
              <a:avLst/>
            </a:prstGeom>
          </p:spPr>
        </p:pic>
        <p:sp>
          <p:nvSpPr>
            <p:cNvPr id="10" name="文本框 9"/>
            <p:cNvSpPr txBox="1"/>
            <p:nvPr>
              <p:custDataLst>
                <p:tags r:id="rId16"/>
              </p:custDataLst>
            </p:nvPr>
          </p:nvSpPr>
          <p:spPr>
            <a:xfrm>
              <a:off x="2055" y="3036"/>
              <a:ext cx="708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八角型腔</a:t>
              </a:r>
              <a:endPara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>
              <p:custDataLst>
                <p:tags r:id="rId17"/>
              </p:custDataLst>
            </p:nvPr>
          </p:nvSpPr>
          <p:spPr>
            <a:xfrm>
              <a:off x="2055" y="3551"/>
              <a:ext cx="4932" cy="48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对边</a:t>
              </a:r>
              <a:r>
                <a:rPr sz="1415" b="1" spc="-14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72.43mm</a:t>
              </a:r>
              <a:r>
                <a:rPr lang="en-US" sz="135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 </a:t>
              </a:r>
              <a:r>
                <a:rPr lang="zh-CN" altLang="en-US" sz="1350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对角</a:t>
              </a:r>
              <a:r>
                <a:rPr lang="en-US" altLang="en-US" sz="1415" b="1" spc="-14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120</a:t>
              </a:r>
              <a:r>
                <a:rPr lang="zh-CN" altLang="en-US" sz="1415" b="1" spc="-14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±</a:t>
              </a:r>
              <a:r>
                <a:rPr lang="en-US" altLang="zh-CN" sz="1415" b="1" spc="-14">
                  <a:solidFill>
                    <a:schemeClr val="dk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0.05mm</a:t>
              </a:r>
              <a:endParaRPr lang="en-US" altLang="zh-CN" sz="1415" b="1" spc="-14">
                <a:solidFill>
                  <a:schemeClr val="dk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575945" y="2940050"/>
            <a:ext cx="5380990" cy="1135380"/>
            <a:chOff x="907" y="4630"/>
            <a:chExt cx="8474" cy="1788"/>
          </a:xfrm>
        </p:grpSpPr>
        <p:sp>
          <p:nvSpPr>
            <p:cNvPr id="12" name="任意多边形 11"/>
            <p:cNvSpPr/>
            <p:nvPr>
              <p:custDataLst>
                <p:tags r:id="rId18"/>
              </p:custDataLst>
            </p:nvPr>
          </p:nvSpPr>
          <p:spPr>
            <a:xfrm>
              <a:off x="907" y="4630"/>
              <a:ext cx="8475" cy="1788"/>
            </a:xfrm>
            <a:custGeom>
              <a:avLst/>
              <a:gdLst>
                <a:gd name="sw" fmla="*/ 1 w 8475"/>
                <a:gd name="sh" fmla="*/ 1 h 1788"/>
                <a:gd name="mins" fmla="min sw sh"/>
                <a:gd name="dsw" fmla="+- 0 sw mins"/>
                <a:gd name="dsh" fmla="+- 0 sh mins"/>
                <a:gd name="p0x0" fmla="*/ 120 w 8475"/>
                <a:gd name="p0y0" fmla="*/ 0 h 1788"/>
                <a:gd name="p0x1" fmla="*/ 8355 w 8475"/>
                <a:gd name="p0y1" fmla="*/ 0 h 1788"/>
                <a:gd name="p0x2" fmla="*/ 8421 w 8475"/>
                <a:gd name="p0y2" fmla="*/ 0 h 1788"/>
                <a:gd name="p0x3" fmla="*/ 8475 w 8475"/>
                <a:gd name="p0y3" fmla="*/ 53 h 1788"/>
                <a:gd name="p0x4" fmla="*/ 8475 w 8475"/>
                <a:gd name="p0y4" fmla="*/ 120 h 1788"/>
                <a:gd name="p0x5" fmla="*/ 8475 w 8475"/>
                <a:gd name="p0y5" fmla="*/ 1668 h 1788"/>
                <a:gd name="p0x6" fmla="*/ 8475 w 8475"/>
                <a:gd name="p0y6" fmla="*/ 1734 h 1788"/>
                <a:gd name="p0x7" fmla="*/ 8421 w 8475"/>
                <a:gd name="p0y7" fmla="*/ 1788 h 1788"/>
                <a:gd name="p0x8" fmla="*/ 8355 w 8475"/>
                <a:gd name="p0y8" fmla="*/ 1788 h 1788"/>
                <a:gd name="p0x9" fmla="*/ 120 w 8475"/>
                <a:gd name="p0y9" fmla="*/ 1788 h 1788"/>
                <a:gd name="p0x10" fmla="*/ 53 w 8475"/>
                <a:gd name="p0y10" fmla="*/ 1788 h 1788"/>
                <a:gd name="p0x11" fmla="*/ 0 w 8475"/>
                <a:gd name="p0y11" fmla="*/ 1734 h 1788"/>
                <a:gd name="p0x12" fmla="*/ 0 w 8475"/>
                <a:gd name="p0y12" fmla="*/ 1668 h 1788"/>
                <a:gd name="p0x13" fmla="*/ 0 w 8475"/>
                <a:gd name="p0y13" fmla="*/ 120 h 1788"/>
                <a:gd name="p0x14" fmla="*/ 0 w 8475"/>
                <a:gd name="p0y14" fmla="*/ 53 h 1788"/>
                <a:gd name="p0x15" fmla="*/ 53 w 8475"/>
                <a:gd name="p0y15" fmla="*/ 0 h 1788"/>
                <a:gd name="p0x16" fmla="*/ 120 w 8475"/>
                <a:gd name="p0y16" fmla="*/ 0 h 17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3" name="任意多边形 12"/>
            <p:cNvSpPr/>
            <p:nvPr>
              <p:custDataLst>
                <p:tags r:id="rId19"/>
              </p:custDataLst>
            </p:nvPr>
          </p:nvSpPr>
          <p:spPr>
            <a:xfrm>
              <a:off x="1155" y="5194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4" name="图片 13"/>
            <p:cNvPicPr>
              <a:picLocks noChangeAspect="1"/>
            </p:cNvPicPr>
            <p:nvPr>
              <p:custDataLst>
                <p:tags r:id="rId20"/>
              </p:custDataLst>
            </p:nvPr>
          </p:nvPicPr>
          <p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rcRect l="-2000" t="-5139" r="-2000" b="-5139"/>
            <a:stretch>
              <a:fillRect/>
            </a:stretch>
          </p:blipFill>
          <p:spPr>
            <a:xfrm>
              <a:off x="1290" y="5322"/>
              <a:ext cx="390" cy="397"/>
            </a:xfrm>
            <a:prstGeom prst="rect">
              <a:avLst/>
            </a:prstGeom>
          </p:spPr>
        </p:pic>
        <p:sp>
          <p:nvSpPr>
            <p:cNvPr id="15" name="文本框 14"/>
            <p:cNvSpPr txBox="1"/>
            <p:nvPr>
              <p:custDataLst>
                <p:tags r:id="rId23"/>
              </p:custDataLst>
            </p:nvPr>
          </p:nvSpPr>
          <p:spPr>
            <a:xfrm>
              <a:off x="2055" y="5030"/>
              <a:ext cx="708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6-φ12H7</a:t>
              </a:r>
              <a:r>
                <a:rPr lang="zh-CN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均布孔</a:t>
              </a:r>
              <a:endParaRPr 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>
              <p:custDataLst>
                <p:tags r:id="rId24"/>
              </p:custDataLst>
            </p:nvPr>
          </p:nvSpPr>
          <p:spPr>
            <a:xfrm>
              <a:off x="2055" y="5540"/>
              <a:ext cx="708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圆周均布</a:t>
              </a:r>
              <a:r>
                <a:rPr lang="en-US" altLang="zh-CN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</a:t>
              </a:r>
              <a:r>
                <a:rPr lang="zh-CN" alt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个精密孔系，基准统一</a:t>
              </a:r>
              <a:endPara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575945" y="4199255"/>
            <a:ext cx="5380990" cy="1135380"/>
            <a:chOff x="907" y="6613"/>
            <a:chExt cx="8474" cy="1788"/>
          </a:xfrm>
        </p:grpSpPr>
        <p:sp>
          <p:nvSpPr>
            <p:cNvPr id="17" name="任意多边形 16"/>
            <p:cNvSpPr/>
            <p:nvPr>
              <p:custDataLst>
                <p:tags r:id="rId25"/>
              </p:custDataLst>
            </p:nvPr>
          </p:nvSpPr>
          <p:spPr>
            <a:xfrm>
              <a:off x="907" y="6613"/>
              <a:ext cx="8475" cy="1788"/>
            </a:xfrm>
            <a:custGeom>
              <a:avLst/>
              <a:gdLst>
                <a:gd name="sw" fmla="*/ 1 w 8475"/>
                <a:gd name="sh" fmla="*/ 1 h 1788"/>
                <a:gd name="mins" fmla="min sw sh"/>
                <a:gd name="dsw" fmla="+- 0 sw mins"/>
                <a:gd name="dsh" fmla="+- 0 sh mins"/>
                <a:gd name="p0x0" fmla="*/ 120 w 8475"/>
                <a:gd name="p0y0" fmla="*/ 0 h 1788"/>
                <a:gd name="p0x1" fmla="*/ 8355 w 8475"/>
                <a:gd name="p0y1" fmla="*/ 0 h 1788"/>
                <a:gd name="p0x2" fmla="*/ 8421 w 8475"/>
                <a:gd name="p0y2" fmla="*/ 0 h 1788"/>
                <a:gd name="p0x3" fmla="*/ 8475 w 8475"/>
                <a:gd name="p0y3" fmla="*/ 53 h 1788"/>
                <a:gd name="p0x4" fmla="*/ 8475 w 8475"/>
                <a:gd name="p0y4" fmla="*/ 120 h 1788"/>
                <a:gd name="p0x5" fmla="*/ 8475 w 8475"/>
                <a:gd name="p0y5" fmla="*/ 1668 h 1788"/>
                <a:gd name="p0x6" fmla="*/ 8475 w 8475"/>
                <a:gd name="p0y6" fmla="*/ 1734 h 1788"/>
                <a:gd name="p0x7" fmla="*/ 8421 w 8475"/>
                <a:gd name="p0y7" fmla="*/ 1788 h 1788"/>
                <a:gd name="p0x8" fmla="*/ 8355 w 8475"/>
                <a:gd name="p0y8" fmla="*/ 1788 h 1788"/>
                <a:gd name="p0x9" fmla="*/ 120 w 8475"/>
                <a:gd name="p0y9" fmla="*/ 1788 h 1788"/>
                <a:gd name="p0x10" fmla="*/ 53 w 8475"/>
                <a:gd name="p0y10" fmla="*/ 1788 h 1788"/>
                <a:gd name="p0x11" fmla="*/ 0 w 8475"/>
                <a:gd name="p0y11" fmla="*/ 1734 h 1788"/>
                <a:gd name="p0x12" fmla="*/ 0 w 8475"/>
                <a:gd name="p0y12" fmla="*/ 1668 h 1788"/>
                <a:gd name="p0x13" fmla="*/ 0 w 8475"/>
                <a:gd name="p0y13" fmla="*/ 120 h 1788"/>
                <a:gd name="p0x14" fmla="*/ 0 w 8475"/>
                <a:gd name="p0y14" fmla="*/ 53 h 1788"/>
                <a:gd name="p0x15" fmla="*/ 53 w 8475"/>
                <a:gd name="p0y15" fmla="*/ 0 h 1788"/>
                <a:gd name="p0x16" fmla="*/ 120 w 8475"/>
                <a:gd name="p0y16" fmla="*/ 0 h 1788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8" name="任意多边形 17"/>
            <p:cNvSpPr/>
            <p:nvPr>
              <p:custDataLst>
                <p:tags r:id="rId26"/>
              </p:custDataLst>
            </p:nvPr>
          </p:nvSpPr>
          <p:spPr>
            <a:xfrm>
              <a:off x="1155" y="7177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19" name="图片 18"/>
            <p:cNvPicPr>
              <a:picLocks noChangeAspect="1"/>
            </p:cNvPicPr>
            <p:nvPr>
              <p:custDataLst>
                <p:tags r:id="rId27"/>
              </p:custDataLst>
            </p:nvPr>
          </p:nvPicPr>
          <p:blipFill>
            <a:blip r:embed="rId28">
              <a:extLs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rcRect l="-2000" t="-2933" r="-2000" b="-2933"/>
            <a:stretch>
              <a:fillRect/>
            </a:stretch>
          </p:blipFill>
          <p:spPr>
            <a:xfrm>
              <a:off x="1290" y="7305"/>
              <a:ext cx="390" cy="397"/>
            </a:xfrm>
            <a:prstGeom prst="rect">
              <a:avLst/>
            </a:prstGeom>
          </p:spPr>
        </p:pic>
        <p:sp>
          <p:nvSpPr>
            <p:cNvPr id="20" name="文本框 19"/>
            <p:cNvSpPr txBox="1"/>
            <p:nvPr>
              <p:custDataLst>
                <p:tags r:id="rId30"/>
              </p:custDataLst>
            </p:nvPr>
          </p:nvSpPr>
          <p:spPr>
            <a:xfrm>
              <a:off x="2055" y="7013"/>
              <a:ext cx="708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6-R15</a:t>
              </a:r>
              <a:r>
                <a:rPr lang="zh-CN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花瓣槽</a:t>
              </a:r>
              <a:endParaRPr 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1" name="文本框 20"/>
            <p:cNvSpPr txBox="1"/>
            <p:nvPr>
              <p:custDataLst>
                <p:tags r:id="rId31"/>
              </p:custDataLst>
            </p:nvPr>
          </p:nvSpPr>
          <p:spPr>
            <a:xfrm>
              <a:off x="2055" y="7523"/>
              <a:ext cx="708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alt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交替圆弧轮廓</a:t>
              </a:r>
              <a:endPara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575945" y="5534660"/>
            <a:ext cx="5380990" cy="937260"/>
            <a:chOff x="907" y="8716"/>
            <a:chExt cx="8474" cy="1476"/>
          </a:xfrm>
        </p:grpSpPr>
        <p:sp>
          <p:nvSpPr>
            <p:cNvPr id="22" name="任意多边形 21"/>
            <p:cNvSpPr/>
            <p:nvPr>
              <p:custDataLst>
                <p:tags r:id="rId32"/>
              </p:custDataLst>
            </p:nvPr>
          </p:nvSpPr>
          <p:spPr>
            <a:xfrm>
              <a:off x="907" y="8716"/>
              <a:ext cx="8475" cy="1476"/>
            </a:xfrm>
            <a:custGeom>
              <a:avLst/>
              <a:gdLst>
                <a:gd name="sw" fmla="*/ 1 w 8475"/>
                <a:gd name="sh" fmla="*/ 1 h 1475"/>
                <a:gd name="mins" fmla="min sw sh"/>
                <a:gd name="dsw" fmla="+- 0 sw mins"/>
                <a:gd name="dsh" fmla="+- 0 sh mins"/>
                <a:gd name="p0x0" fmla="*/ 120 w 8475"/>
                <a:gd name="p0y0" fmla="*/ 0 h 1475"/>
                <a:gd name="p0x1" fmla="*/ 8355 w 8475"/>
                <a:gd name="p0y1" fmla="*/ 0 h 1475"/>
                <a:gd name="p0x2" fmla="*/ 8421 w 8475"/>
                <a:gd name="p0y2" fmla="*/ 0 h 1475"/>
                <a:gd name="p0x3" fmla="*/ 8475 w 8475"/>
                <a:gd name="p0y3" fmla="*/ 53 h 1475"/>
                <a:gd name="p0x4" fmla="*/ 8475 w 8475"/>
                <a:gd name="p0y4" fmla="*/ 120 h 1475"/>
                <a:gd name="p0x5" fmla="*/ 8475 w 8475"/>
                <a:gd name="p0y5" fmla="*/ 1355 h 1475"/>
                <a:gd name="p0x6" fmla="*/ 8475 w 8475"/>
                <a:gd name="p0y6" fmla="*/ 1421 h 1475"/>
                <a:gd name="p0x7" fmla="*/ 8421 w 8475"/>
                <a:gd name="p0y7" fmla="*/ 1475 h 1475"/>
                <a:gd name="p0x8" fmla="*/ 8355 w 8475"/>
                <a:gd name="p0y8" fmla="*/ 1475 h 1475"/>
                <a:gd name="p0x9" fmla="*/ 120 w 8475"/>
                <a:gd name="p0y9" fmla="*/ 1475 h 1475"/>
                <a:gd name="p0x10" fmla="*/ 53 w 8475"/>
                <a:gd name="p0y10" fmla="*/ 1475 h 1475"/>
                <a:gd name="p0x11" fmla="*/ 0 w 8475"/>
                <a:gd name="p0y11" fmla="*/ 1421 h 1475"/>
                <a:gd name="p0x12" fmla="*/ 0 w 8475"/>
                <a:gd name="p0y12" fmla="*/ 1355 h 1475"/>
                <a:gd name="p0x13" fmla="*/ 0 w 8475"/>
                <a:gd name="p0y13" fmla="*/ 120 h 1475"/>
                <a:gd name="p0x14" fmla="*/ 0 w 8475"/>
                <a:gd name="p0y14" fmla="*/ 53 h 1475"/>
                <a:gd name="p0x15" fmla="*/ 53 w 8475"/>
                <a:gd name="p0y15" fmla="*/ 0 h 1475"/>
                <a:gd name="p0x16" fmla="*/ 120 w 8475"/>
                <a:gd name="p0y16" fmla="*/ 0 h 147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任意多边形 22"/>
            <p:cNvSpPr/>
            <p:nvPr>
              <p:custDataLst>
                <p:tags r:id="rId33"/>
              </p:custDataLst>
            </p:nvPr>
          </p:nvSpPr>
          <p:spPr>
            <a:xfrm>
              <a:off x="1215" y="9184"/>
              <a:ext cx="540" cy="540"/>
            </a:xfrm>
            <a:custGeom>
              <a:avLst/>
              <a:gdLst>
                <a:gd name="sw" fmla="*/ 1 w 540"/>
                <a:gd name="sh" fmla="*/ 1 h 540"/>
                <a:gd name="mins" fmla="min sw sh"/>
                <a:gd name="dsw" fmla="+- 0 sw mins"/>
                <a:gd name="dsh" fmla="+- 0 sh mins"/>
                <a:gd name="p0x0" fmla="*/ 120 w 540"/>
                <a:gd name="p0y0" fmla="*/ 0 h 540"/>
                <a:gd name="p0x1" fmla="*/ 420 w 540"/>
                <a:gd name="p0y1" fmla="*/ 0 h 540"/>
                <a:gd name="p0x2" fmla="*/ 486 w 540"/>
                <a:gd name="p0y2" fmla="*/ 0 h 540"/>
                <a:gd name="p0x3" fmla="*/ 540 w 540"/>
                <a:gd name="p0y3" fmla="*/ 53 h 540"/>
                <a:gd name="p0x4" fmla="*/ 540 w 540"/>
                <a:gd name="p0y4" fmla="*/ 120 h 540"/>
                <a:gd name="p0x5" fmla="*/ 540 w 540"/>
                <a:gd name="p0y5" fmla="*/ 420 h 540"/>
                <a:gd name="p0x6" fmla="*/ 540 w 540"/>
                <a:gd name="p0y6" fmla="*/ 486 h 540"/>
                <a:gd name="p0x7" fmla="*/ 486 w 540"/>
                <a:gd name="p0y7" fmla="*/ 540 h 540"/>
                <a:gd name="p0x8" fmla="*/ 420 w 540"/>
                <a:gd name="p0y8" fmla="*/ 540 h 540"/>
                <a:gd name="p0x9" fmla="*/ 120 w 540"/>
                <a:gd name="p0y9" fmla="*/ 540 h 540"/>
                <a:gd name="p0x10" fmla="*/ 53 w 540"/>
                <a:gd name="p0y10" fmla="*/ 540 h 540"/>
                <a:gd name="p0x11" fmla="*/ 0 w 540"/>
                <a:gd name="p0y11" fmla="*/ 486 h 540"/>
                <a:gd name="p0x12" fmla="*/ 0 w 540"/>
                <a:gd name="p0y12" fmla="*/ 420 h 540"/>
                <a:gd name="p0x13" fmla="*/ 0 w 540"/>
                <a:gd name="p0y13" fmla="*/ 120 h 540"/>
                <a:gd name="p0x14" fmla="*/ 0 w 540"/>
                <a:gd name="p0y14" fmla="*/ 53 h 540"/>
                <a:gd name="p0x15" fmla="*/ 53 w 540"/>
                <a:gd name="p0y15" fmla="*/ 0 h 540"/>
                <a:gd name="p0x16" fmla="*/ 120 w 540"/>
                <a:gd name="p0y16" fmla="*/ 0 h 54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24" name="图片 23"/>
            <p:cNvPicPr>
              <a:picLocks noChangeAspect="1"/>
            </p:cNvPicPr>
            <p:nvPr>
              <p:custDataLst>
                <p:tags r:id="rId34"/>
              </p:custDataLst>
            </p:nvPr>
          </p:nvPicPr>
          <p:blipFill>
            <a:blip r:embed="rId35">
              <a:extLst>
                <a:ext uri="{96DAC541-7B7A-43D3-8B79-37D633B846F1}">
                  <asvg:svgBlip xmlns:asvg="http://schemas.microsoft.com/office/drawing/2016/SVG/main" r:embed="rId36"/>
                </a:ext>
              </a:extLst>
            </a:blip>
            <a:srcRect l="-2381" t="-3492" r="-2381" b="-3492"/>
            <a:stretch>
              <a:fillRect/>
            </a:stretch>
          </p:blipFill>
          <p:spPr>
            <a:xfrm>
              <a:off x="1320" y="9282"/>
              <a:ext cx="330" cy="337"/>
            </a:xfrm>
            <a:prstGeom prst="rect">
              <a:avLst/>
            </a:prstGeom>
          </p:spPr>
        </p:pic>
        <p:sp>
          <p:nvSpPr>
            <p:cNvPr id="25" name="文本框 24"/>
            <p:cNvSpPr txBox="1"/>
            <p:nvPr>
              <p:custDataLst>
                <p:tags r:id="rId37"/>
              </p:custDataLst>
            </p:nvPr>
          </p:nvSpPr>
          <p:spPr>
            <a:xfrm>
              <a:off x="1995" y="9024"/>
              <a:ext cx="7080" cy="39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15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材料特性</a:t>
              </a:r>
              <a:endPara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文本框 25"/>
            <p:cNvSpPr txBox="1"/>
            <p:nvPr>
              <p:custDataLst>
                <p:tags r:id="rId38"/>
              </p:custDataLst>
            </p:nvPr>
          </p:nvSpPr>
          <p:spPr>
            <a:xfrm>
              <a:off x="1995" y="9461"/>
              <a:ext cx="5424" cy="43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260" b="1" spc="-12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45</a:t>
              </a:r>
              <a:r>
                <a:rPr lang="zh-CN" sz="1260" b="1" spc="-12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钢</a:t>
              </a:r>
              <a:r>
                <a:rPr lang="en-US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 </a:t>
              </a:r>
              <a:r>
                <a:rPr lang="zh-CN" altLang="en-US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调质</a:t>
              </a:r>
              <a:r>
                <a:rPr sz="1260" b="1" spc="-12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HB220~250</a:t>
              </a:r>
              <a:r>
                <a:rPr lang="en-US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· </a:t>
              </a:r>
              <a:r>
                <a:rPr lang="zh-CN" altLang="en-US" sz="12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淬火</a:t>
              </a:r>
              <a:r>
                <a:rPr sz="1260" b="1" spc="-12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HRC48~52</a:t>
              </a:r>
              <a:endParaRPr sz="1260" b="1" spc="-12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6233795" y="1680845"/>
            <a:ext cx="5380990" cy="835660"/>
            <a:chOff x="9817" y="2647"/>
            <a:chExt cx="8474" cy="1316"/>
          </a:xfrm>
        </p:grpSpPr>
        <p:sp>
          <p:nvSpPr>
            <p:cNvPr id="30" name="任意多边形 29"/>
            <p:cNvSpPr/>
            <p:nvPr>
              <p:custDataLst>
                <p:tags r:id="rId39"/>
              </p:custDataLst>
            </p:nvPr>
          </p:nvSpPr>
          <p:spPr>
            <a:xfrm>
              <a:off x="9817" y="2647"/>
              <a:ext cx="8475" cy="1317"/>
            </a:xfrm>
            <a:custGeom>
              <a:avLst/>
              <a:gdLst>
                <a:gd name="sw" fmla="*/ 1 w 8475"/>
                <a:gd name="sh" fmla="*/ 1 h 1316"/>
                <a:gd name="mins" fmla="min sw sh"/>
                <a:gd name="dsw" fmla="+- 0 sw mins"/>
                <a:gd name="dsh" fmla="+- 0 sh mins"/>
                <a:gd name="p0x0" fmla="*/ 120 w 8475"/>
                <a:gd name="p0y0" fmla="*/ 0 h 1316"/>
                <a:gd name="p0x1" fmla="*/ 8355 w 8475"/>
                <a:gd name="p0y1" fmla="*/ 0 h 1316"/>
                <a:gd name="p0x2" fmla="*/ 8421 w 8475"/>
                <a:gd name="p0y2" fmla="*/ 0 h 1316"/>
                <a:gd name="p0x3" fmla="*/ 8475 w 8475"/>
                <a:gd name="p0y3" fmla="*/ 53 h 1316"/>
                <a:gd name="p0x4" fmla="*/ 8475 w 8475"/>
                <a:gd name="p0y4" fmla="*/ 120 h 1316"/>
                <a:gd name="p0x5" fmla="*/ 8475 w 8475"/>
                <a:gd name="p0y5" fmla="*/ 1196 h 1316"/>
                <a:gd name="p0x6" fmla="*/ 8475 w 8475"/>
                <a:gd name="p0y6" fmla="*/ 1263 h 1316"/>
                <a:gd name="p0x7" fmla="*/ 8421 w 8475"/>
                <a:gd name="p0y7" fmla="*/ 1316 h 1316"/>
                <a:gd name="p0x8" fmla="*/ 8355 w 8475"/>
                <a:gd name="p0y8" fmla="*/ 1316 h 1316"/>
                <a:gd name="p0x9" fmla="*/ 120 w 8475"/>
                <a:gd name="p0y9" fmla="*/ 1316 h 1316"/>
                <a:gd name="p0x10" fmla="*/ 53 w 8475"/>
                <a:gd name="p0y10" fmla="*/ 1316 h 1316"/>
                <a:gd name="p0x11" fmla="*/ 0 w 8475"/>
                <a:gd name="p0y11" fmla="*/ 1263 h 1316"/>
                <a:gd name="p0x12" fmla="*/ 0 w 8475"/>
                <a:gd name="p0y12" fmla="*/ 1196 h 1316"/>
                <a:gd name="p0x13" fmla="*/ 0 w 8475"/>
                <a:gd name="p0y13" fmla="*/ 120 h 1316"/>
                <a:gd name="p0x14" fmla="*/ 0 w 8475"/>
                <a:gd name="p0y14" fmla="*/ 53 h 1316"/>
                <a:gd name="p0x15" fmla="*/ 53 w 8475"/>
                <a:gd name="p0y15" fmla="*/ 0 h 1316"/>
                <a:gd name="p0x16" fmla="*/ 120 w 8475"/>
                <a:gd name="p0y16" fmla="*/ 0 h 131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任意多边形 30"/>
            <p:cNvSpPr/>
            <p:nvPr>
              <p:custDataLst>
                <p:tags r:id="rId40"/>
              </p:custDataLst>
            </p:nvPr>
          </p:nvSpPr>
          <p:spPr>
            <a:xfrm>
              <a:off x="10065" y="2975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2" name="图片 31"/>
            <p:cNvPicPr>
              <a:picLocks noChangeAspect="1"/>
            </p:cNvPicPr>
            <p:nvPr>
              <p:custDataLst>
                <p:tags r:id="rId41"/>
              </p:custDataLst>
            </p:nvPr>
          </p:nvPicPr>
          <p:blipFill>
            <a:blip r:embed="rId42">
              <a:extLst>
                <a:ext uri="{96DAC541-7B7A-43D3-8B79-37D633B846F1}">
                  <asvg:svgBlip xmlns:asvg="http://schemas.microsoft.com/office/drawing/2016/SVG/main" r:embed="rId43"/>
                </a:ext>
              </a:extLst>
            </a:blip>
            <a:srcRect l="-6522" t="-897" r="-6522" b="-897"/>
            <a:stretch>
              <a:fillRect/>
            </a:stretch>
          </p:blipFill>
          <p:spPr>
            <a:xfrm>
              <a:off x="10200" y="3103"/>
              <a:ext cx="390" cy="397"/>
            </a:xfrm>
            <a:prstGeom prst="rect">
              <a:avLst/>
            </a:prstGeom>
          </p:spPr>
        </p:pic>
        <p:sp>
          <p:nvSpPr>
            <p:cNvPr id="33" name="文本框 32"/>
            <p:cNvSpPr txBox="1"/>
            <p:nvPr>
              <p:custDataLst>
                <p:tags r:id="rId44"/>
              </p:custDataLst>
            </p:nvPr>
          </p:nvSpPr>
          <p:spPr>
            <a:xfrm>
              <a:off x="10965" y="2811"/>
              <a:ext cx="708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八角凸台</a:t>
              </a:r>
              <a:endPara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45"/>
              </p:custDataLst>
            </p:nvPr>
          </p:nvSpPr>
          <p:spPr>
            <a:xfrm>
              <a:off x="10965" y="3321"/>
              <a:ext cx="708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与凹模间隙配合，外形镜像对应</a:t>
              </a:r>
              <a:endParaRPr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58" name="组合 57"/>
          <p:cNvGrpSpPr/>
          <p:nvPr/>
        </p:nvGrpSpPr>
        <p:grpSpPr>
          <a:xfrm>
            <a:off x="6233795" y="2640965"/>
            <a:ext cx="5380990" cy="835660"/>
            <a:chOff x="9817" y="4159"/>
            <a:chExt cx="8474" cy="1316"/>
          </a:xfrm>
        </p:grpSpPr>
        <p:sp>
          <p:nvSpPr>
            <p:cNvPr id="35" name="任意多边形 34"/>
            <p:cNvSpPr/>
            <p:nvPr>
              <p:custDataLst>
                <p:tags r:id="rId46"/>
              </p:custDataLst>
            </p:nvPr>
          </p:nvSpPr>
          <p:spPr>
            <a:xfrm>
              <a:off x="9817" y="4159"/>
              <a:ext cx="8475" cy="1317"/>
            </a:xfrm>
            <a:custGeom>
              <a:avLst/>
              <a:gdLst>
                <a:gd name="sw" fmla="*/ 1 w 8475"/>
                <a:gd name="sh" fmla="*/ 1 h 1316"/>
                <a:gd name="mins" fmla="min sw sh"/>
                <a:gd name="dsw" fmla="+- 0 sw mins"/>
                <a:gd name="dsh" fmla="+- 0 sh mins"/>
                <a:gd name="p0x0" fmla="*/ 120 w 8475"/>
                <a:gd name="p0y0" fmla="*/ 0 h 1316"/>
                <a:gd name="p0x1" fmla="*/ 8355 w 8475"/>
                <a:gd name="p0y1" fmla="*/ 0 h 1316"/>
                <a:gd name="p0x2" fmla="*/ 8421 w 8475"/>
                <a:gd name="p0y2" fmla="*/ 0 h 1316"/>
                <a:gd name="p0x3" fmla="*/ 8475 w 8475"/>
                <a:gd name="p0y3" fmla="*/ 53 h 1316"/>
                <a:gd name="p0x4" fmla="*/ 8475 w 8475"/>
                <a:gd name="p0y4" fmla="*/ 120 h 1316"/>
                <a:gd name="p0x5" fmla="*/ 8475 w 8475"/>
                <a:gd name="p0y5" fmla="*/ 1196 h 1316"/>
                <a:gd name="p0x6" fmla="*/ 8475 w 8475"/>
                <a:gd name="p0y6" fmla="*/ 1263 h 1316"/>
                <a:gd name="p0x7" fmla="*/ 8421 w 8475"/>
                <a:gd name="p0y7" fmla="*/ 1316 h 1316"/>
                <a:gd name="p0x8" fmla="*/ 8355 w 8475"/>
                <a:gd name="p0y8" fmla="*/ 1316 h 1316"/>
                <a:gd name="p0x9" fmla="*/ 120 w 8475"/>
                <a:gd name="p0y9" fmla="*/ 1316 h 1316"/>
                <a:gd name="p0x10" fmla="*/ 53 w 8475"/>
                <a:gd name="p0y10" fmla="*/ 1316 h 1316"/>
                <a:gd name="p0x11" fmla="*/ 0 w 8475"/>
                <a:gd name="p0y11" fmla="*/ 1263 h 1316"/>
                <a:gd name="p0x12" fmla="*/ 0 w 8475"/>
                <a:gd name="p0y12" fmla="*/ 1196 h 1316"/>
                <a:gd name="p0x13" fmla="*/ 0 w 8475"/>
                <a:gd name="p0y13" fmla="*/ 120 h 1316"/>
                <a:gd name="p0x14" fmla="*/ 0 w 8475"/>
                <a:gd name="p0y14" fmla="*/ 53 h 1316"/>
                <a:gd name="p0x15" fmla="*/ 53 w 8475"/>
                <a:gd name="p0y15" fmla="*/ 0 h 1316"/>
                <a:gd name="p0x16" fmla="*/ 120 w 8475"/>
                <a:gd name="p0y16" fmla="*/ 0 h 1316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任意多边形 35"/>
            <p:cNvSpPr/>
            <p:nvPr>
              <p:custDataLst>
                <p:tags r:id="rId47"/>
              </p:custDataLst>
            </p:nvPr>
          </p:nvSpPr>
          <p:spPr>
            <a:xfrm>
              <a:off x="10065" y="4487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37" name="图片 36"/>
            <p:cNvPicPr>
              <a:picLocks noChangeAspect="1"/>
            </p:cNvPicPr>
            <p:nvPr>
              <p:custDataLst>
                <p:tags r:id="rId48"/>
              </p:custDataLst>
            </p:nvPr>
          </p:nvPicPr>
          <p:blipFill>
            <a:blip r:embed="rId49">
              <a:extLst>
                <a:ext uri="{96DAC541-7B7A-43D3-8B79-37D633B846F1}">
                  <asvg:svgBlip xmlns:asvg="http://schemas.microsoft.com/office/drawing/2016/SVG/main" r:embed="rId50"/>
                </a:ext>
              </a:extLst>
            </a:blip>
            <a:srcRect l="-2000" t="-2933" r="-2000" b="-2933"/>
            <a:stretch>
              <a:fillRect/>
            </a:stretch>
          </p:blipFill>
          <p:spPr>
            <a:xfrm>
              <a:off x="10200" y="4615"/>
              <a:ext cx="390" cy="397"/>
            </a:xfrm>
            <a:prstGeom prst="rect">
              <a:avLst/>
            </a:prstGeom>
          </p:spPr>
        </p:pic>
        <p:sp>
          <p:nvSpPr>
            <p:cNvPr id="38" name="文本框 37"/>
            <p:cNvSpPr txBox="1"/>
            <p:nvPr>
              <p:custDataLst>
                <p:tags r:id="rId51"/>
              </p:custDataLst>
            </p:nvPr>
          </p:nvSpPr>
          <p:spPr>
            <a:xfrm>
              <a:off x="10965" y="4323"/>
              <a:ext cx="708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相同外形与孔系</a:t>
              </a:r>
              <a:endPara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9" name="文本框 38"/>
            <p:cNvSpPr txBox="1"/>
            <p:nvPr>
              <p:custDataLst>
                <p:tags r:id="rId52"/>
              </p:custDataLst>
            </p:nvPr>
          </p:nvSpPr>
          <p:spPr>
            <a:xfrm>
              <a:off x="10965" y="4833"/>
              <a:ext cx="7080" cy="46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en-US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6-φ12H7</a:t>
              </a:r>
              <a:r>
                <a:rPr lang="zh-CN" sz="135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孔位一致，保证对位精度</a:t>
              </a:r>
              <a:endParaRPr 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60" name="组合 59"/>
          <p:cNvGrpSpPr/>
          <p:nvPr/>
        </p:nvGrpSpPr>
        <p:grpSpPr>
          <a:xfrm>
            <a:off x="6233795" y="4076065"/>
            <a:ext cx="5380990" cy="2395220"/>
            <a:chOff x="9817" y="6419"/>
            <a:chExt cx="8474" cy="3772"/>
          </a:xfrm>
        </p:grpSpPr>
        <p:sp>
          <p:nvSpPr>
            <p:cNvPr id="40" name="任意多边形 39"/>
            <p:cNvSpPr/>
            <p:nvPr>
              <p:custDataLst>
                <p:tags r:id="rId53"/>
              </p:custDataLst>
            </p:nvPr>
          </p:nvSpPr>
          <p:spPr>
            <a:xfrm>
              <a:off x="9817" y="6419"/>
              <a:ext cx="8475" cy="3773"/>
            </a:xfrm>
            <a:custGeom>
              <a:avLst/>
              <a:gdLst>
                <a:gd name="sw" fmla="*/ 1 w 8475"/>
                <a:gd name="sh" fmla="*/ 1 h 4401"/>
                <a:gd name="mins" fmla="min sw sh"/>
                <a:gd name="dsw" fmla="+- 0 sw mins"/>
                <a:gd name="dsh" fmla="+- 0 sh mins"/>
                <a:gd name="p0x0" fmla="*/ 120 w 8475"/>
                <a:gd name="p0y0" fmla="*/ 0 h 4401"/>
                <a:gd name="p0x1" fmla="*/ 8355 w 8475"/>
                <a:gd name="p0y1" fmla="*/ 0 h 4401"/>
                <a:gd name="p0x2" fmla="*/ 8421 w 8475"/>
                <a:gd name="p0y2" fmla="*/ 0 h 4401"/>
                <a:gd name="p0x3" fmla="*/ 8475 w 8475"/>
                <a:gd name="p0y3" fmla="*/ 53 h 4401"/>
                <a:gd name="p0x4" fmla="*/ 8475 w 8475"/>
                <a:gd name="p0y4" fmla="*/ 120 h 4401"/>
                <a:gd name="p0x5" fmla="*/ 8475 w 8475"/>
                <a:gd name="p0y5" fmla="*/ 4281 h 4401"/>
                <a:gd name="p0x6" fmla="*/ 8475 w 8475"/>
                <a:gd name="p0y6" fmla="*/ 4347 h 4401"/>
                <a:gd name="p0x7" fmla="*/ 8421 w 8475"/>
                <a:gd name="p0y7" fmla="*/ 4401 h 4401"/>
                <a:gd name="p0x8" fmla="*/ 8355 w 8475"/>
                <a:gd name="p0y8" fmla="*/ 4401 h 4401"/>
                <a:gd name="p0x9" fmla="*/ 120 w 8475"/>
                <a:gd name="p0y9" fmla="*/ 4401 h 4401"/>
                <a:gd name="p0x10" fmla="*/ 53 w 8475"/>
                <a:gd name="p0y10" fmla="*/ 4401 h 4401"/>
                <a:gd name="p0x11" fmla="*/ 0 w 8475"/>
                <a:gd name="p0y11" fmla="*/ 4347 h 4401"/>
                <a:gd name="p0x12" fmla="*/ 0 w 8475"/>
                <a:gd name="p0y12" fmla="*/ 4281 h 4401"/>
                <a:gd name="p0x13" fmla="*/ 0 w 8475"/>
                <a:gd name="p0y13" fmla="*/ 120 h 4401"/>
                <a:gd name="p0x14" fmla="*/ 0 w 8475"/>
                <a:gd name="p0y14" fmla="*/ 53 h 4401"/>
                <a:gd name="p0x15" fmla="*/ 53 w 8475"/>
                <a:gd name="p0y15" fmla="*/ 0 h 4401"/>
                <a:gd name="p0x16" fmla="*/ 120 w 8475"/>
                <a:gd name="p0y16" fmla="*/ 0 h 4401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5">
                <a:alpha val="16078"/>
              </a:scheme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1" name="任意多边形 40"/>
            <p:cNvSpPr/>
            <p:nvPr>
              <p:custDataLst>
                <p:tags r:id="rId54"/>
              </p:custDataLst>
            </p:nvPr>
          </p:nvSpPr>
          <p:spPr>
            <a:xfrm>
              <a:off x="10125" y="6837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pic>
          <p:nvPicPr>
            <p:cNvPr id="42" name="图片 41"/>
            <p:cNvPicPr>
              <a:picLocks noChangeAspect="1"/>
            </p:cNvPicPr>
            <p:nvPr>
              <p:custDataLst>
                <p:tags r:id="rId55"/>
              </p:custDataLst>
            </p:nvPr>
          </p:nvPicPr>
          <p:blipFill>
            <a:blip r:embed="rId56">
              <a:extLst>
                <a:ext uri="{96DAC541-7B7A-43D3-8B79-37D633B846F1}">
                  <asvg:svgBlip xmlns:asvg="http://schemas.microsoft.com/office/drawing/2016/SVG/main" r:embed="rId57"/>
                </a:ext>
              </a:extLst>
            </a:blip>
            <a:srcRect l="-2000" t="-7536" r="-2000" b="-7536"/>
            <a:stretch>
              <a:fillRect/>
            </a:stretch>
          </p:blipFill>
          <p:spPr>
            <a:xfrm>
              <a:off x="10260" y="6965"/>
              <a:ext cx="390" cy="397"/>
            </a:xfrm>
            <a:prstGeom prst="rect">
              <a:avLst/>
            </a:prstGeom>
          </p:spPr>
        </p:pic>
        <p:sp>
          <p:nvSpPr>
            <p:cNvPr id="43" name="文本框 42"/>
            <p:cNvSpPr txBox="1"/>
            <p:nvPr>
              <p:custDataLst>
                <p:tags r:id="rId58"/>
              </p:custDataLst>
            </p:nvPr>
          </p:nvSpPr>
          <p:spPr>
            <a:xfrm>
              <a:off x="10965" y="6890"/>
              <a:ext cx="2100" cy="555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/>
              <a:r>
                <a:rPr sz="210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核心难点</a:t>
              </a:r>
              <a:endPara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任意多边形 43"/>
            <p:cNvSpPr/>
            <p:nvPr>
              <p:custDataLst>
                <p:tags r:id="rId59"/>
              </p:custDataLst>
            </p:nvPr>
          </p:nvSpPr>
          <p:spPr>
            <a:xfrm>
              <a:off x="10125" y="8039"/>
              <a:ext cx="120" cy="120"/>
            </a:xfrm>
            <a:custGeom>
              <a:avLst/>
              <a:gdLst>
                <a:gd name="sw" fmla="*/ 1 w 120"/>
                <a:gd name="sh" fmla="*/ 1 h 120"/>
                <a:gd name="mins" fmla="min sw sh"/>
                <a:gd name="dsw" fmla="+- 0 sw mins"/>
                <a:gd name="dsh" fmla="+- 0 sh mins"/>
                <a:gd name="p0x0" fmla="*/ 60 w 120"/>
                <a:gd name="p0y0" fmla="*/ 0 h 120"/>
                <a:gd name="p0x1" fmla="*/ 93 w 120"/>
                <a:gd name="p0y1" fmla="*/ 0 h 120"/>
                <a:gd name="p0x2" fmla="*/ 120 w 120"/>
                <a:gd name="p0y2" fmla="*/ 26 h 120"/>
                <a:gd name="p0x3" fmla="*/ 120 w 120"/>
                <a:gd name="p0y3" fmla="*/ 60 h 120"/>
                <a:gd name="p0x4" fmla="*/ 120 w 120"/>
                <a:gd name="p0y4" fmla="*/ 93 h 120"/>
                <a:gd name="p0x5" fmla="*/ 93 w 120"/>
                <a:gd name="p0y5" fmla="*/ 120 h 120"/>
                <a:gd name="p0x6" fmla="*/ 60 w 120"/>
                <a:gd name="p0y6" fmla="*/ 120 h 120"/>
                <a:gd name="p0x7" fmla="*/ 26 w 120"/>
                <a:gd name="p0y7" fmla="*/ 120 h 120"/>
                <a:gd name="p0x8" fmla="*/ 0 w 120"/>
                <a:gd name="p0y8" fmla="*/ 93 h 120"/>
                <a:gd name="p0x9" fmla="*/ 0 w 120"/>
                <a:gd name="p0y9" fmla="*/ 60 h 120"/>
                <a:gd name="p0x10" fmla="*/ 0 w 120"/>
                <a:gd name="p0y10" fmla="*/ 26 h 120"/>
                <a:gd name="p0x11" fmla="*/ 26 w 120"/>
                <a:gd name="p0y11" fmla="*/ 0 h 120"/>
                <a:gd name="p0x12" fmla="*/ 60 w 120"/>
                <a:gd name="p0y12" fmla="*/ 0 h 120"/>
              </a:gdLst>
              <a:ahLst/>
              <a:cxnLst/>
              <a:pathLst>
                <a:path>
                  <a:moveTo>
                    <a:pt x="p0x0" y="p0y0"/>
                  </a:moveTo>
                  <a:cubicBezTo>
                    <a:pt x="p0x1" y="p0y1"/>
                    <a:pt x="p0x2" y="p0y2"/>
                    <a:pt x="p0x3" y="p0y3"/>
                  </a:cubicBezTo>
                  <a:cubicBezTo>
                    <a:pt x="p0x4" y="p0y4"/>
                    <a:pt x="p0x5" y="p0y5"/>
                    <a:pt x="p0x6" y="p0y6"/>
                  </a:cubicBezTo>
                  <a:cubicBezTo>
                    <a:pt x="p0x7" y="p0y7"/>
                    <a:pt x="p0x8" y="p0y8"/>
                    <a:pt x="p0x9" y="p0y9"/>
                  </a:cubicBezTo>
                  <a:cubicBezTo>
                    <a:pt x="p0x10" y="p0y10"/>
                    <a:pt x="p0x11" y="p0y11"/>
                    <a:pt x="p0x12" y="p0y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5" name="文本框 44"/>
            <p:cNvSpPr txBox="1"/>
            <p:nvPr>
              <p:custDataLst>
                <p:tags r:id="rId60"/>
              </p:custDataLst>
            </p:nvPr>
          </p:nvSpPr>
          <p:spPr>
            <a:xfrm>
              <a:off x="10425" y="7837"/>
              <a:ext cx="33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八角形配合面精度控制</a:t>
              </a:r>
              <a:endPara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6" name="任意多边形 45"/>
            <p:cNvSpPr/>
            <p:nvPr>
              <p:custDataLst>
                <p:tags r:id="rId61"/>
              </p:custDataLst>
            </p:nvPr>
          </p:nvSpPr>
          <p:spPr>
            <a:xfrm>
              <a:off x="10125" y="8966"/>
              <a:ext cx="120" cy="120"/>
            </a:xfrm>
            <a:custGeom>
              <a:avLst/>
              <a:gdLst>
                <a:gd name="sw" fmla="*/ 1 w 120"/>
                <a:gd name="sh" fmla="*/ 1 h 120"/>
                <a:gd name="mins" fmla="min sw sh"/>
                <a:gd name="dsw" fmla="+- 0 sw mins"/>
                <a:gd name="dsh" fmla="+- 0 sh mins"/>
                <a:gd name="p0x0" fmla="*/ 60 w 120"/>
                <a:gd name="p0y0" fmla="*/ 0 h 120"/>
                <a:gd name="p0x1" fmla="*/ 93 w 120"/>
                <a:gd name="p0y1" fmla="*/ 0 h 120"/>
                <a:gd name="p0x2" fmla="*/ 120 w 120"/>
                <a:gd name="p0y2" fmla="*/ 26 h 120"/>
                <a:gd name="p0x3" fmla="*/ 120 w 120"/>
                <a:gd name="p0y3" fmla="*/ 60 h 120"/>
                <a:gd name="p0x4" fmla="*/ 120 w 120"/>
                <a:gd name="p0y4" fmla="*/ 93 h 120"/>
                <a:gd name="p0x5" fmla="*/ 93 w 120"/>
                <a:gd name="p0y5" fmla="*/ 120 h 120"/>
                <a:gd name="p0x6" fmla="*/ 60 w 120"/>
                <a:gd name="p0y6" fmla="*/ 120 h 120"/>
                <a:gd name="p0x7" fmla="*/ 26 w 120"/>
                <a:gd name="p0y7" fmla="*/ 120 h 120"/>
                <a:gd name="p0x8" fmla="*/ 0 w 120"/>
                <a:gd name="p0y8" fmla="*/ 93 h 120"/>
                <a:gd name="p0x9" fmla="*/ 0 w 120"/>
                <a:gd name="p0y9" fmla="*/ 60 h 120"/>
                <a:gd name="p0x10" fmla="*/ 0 w 120"/>
                <a:gd name="p0y10" fmla="*/ 26 h 120"/>
                <a:gd name="p0x11" fmla="*/ 26 w 120"/>
                <a:gd name="p0y11" fmla="*/ 0 h 120"/>
                <a:gd name="p0x12" fmla="*/ 60 w 120"/>
                <a:gd name="p0y12" fmla="*/ 0 h 120"/>
              </a:gdLst>
              <a:ahLst/>
              <a:cxnLst/>
              <a:pathLst>
                <a:path>
                  <a:moveTo>
                    <a:pt x="p0x0" y="p0y0"/>
                  </a:moveTo>
                  <a:cubicBezTo>
                    <a:pt x="p0x1" y="p0y1"/>
                    <a:pt x="p0x2" y="p0y2"/>
                    <a:pt x="p0x3" y="p0y3"/>
                  </a:cubicBezTo>
                  <a:cubicBezTo>
                    <a:pt x="p0x4" y="p0y4"/>
                    <a:pt x="p0x5" y="p0y5"/>
                    <a:pt x="p0x6" y="p0y6"/>
                  </a:cubicBezTo>
                  <a:cubicBezTo>
                    <a:pt x="p0x7" y="p0y7"/>
                    <a:pt x="p0x8" y="p0y8"/>
                    <a:pt x="p0x9" y="p0y9"/>
                  </a:cubicBezTo>
                  <a:cubicBezTo>
                    <a:pt x="p0x10" y="p0y10"/>
                    <a:pt x="p0x11" y="p0y11"/>
                    <a:pt x="p0x12" y="p0y12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7" name="文本框 46"/>
            <p:cNvSpPr txBox="1"/>
            <p:nvPr>
              <p:custDataLst>
                <p:tags r:id="rId62"/>
              </p:custDataLst>
            </p:nvPr>
          </p:nvSpPr>
          <p:spPr>
            <a:xfrm>
              <a:off x="10425" y="8764"/>
              <a:ext cx="270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sz="15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型腔排屑通道设计</a:t>
              </a:r>
              <a:endPara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  <p:custDataLst>
      <p:tags r:id="rId6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/>
      <p:bldP spid="6" grpId="0"/>
      <p:bldP spid="4" grpId="1" animBg="1"/>
      <p:bldP spid="5" grpId="1"/>
      <p:bldP spid="6" grpId="1"/>
      <p:bldP spid="27" grpId="0" animBg="1"/>
      <p:bldP spid="28" grpId="0"/>
      <p:bldP spid="29" grpId="0"/>
      <p:bldP spid="27" grpId="1" animBg="1"/>
      <p:bldP spid="28" grpId="1"/>
      <p:bldP spid="2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 fontScale="90000"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零件数字化建模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5486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550" y="182880"/>
            <a:ext cx="36576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3030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270065" y="448818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三维建模</a:t>
            </a:r>
            <a:r>
              <a:rPr lang="zh-CN"/>
              <a:t>及工程图</a:t>
            </a:r>
            <a:r>
              <a:t>— SolidWorks 2024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838" y="960120"/>
            <a:ext cx="10728655" cy="10972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86173" y="6446520"/>
            <a:ext cx="822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5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2155" y="1234440"/>
            <a:ext cx="5029200" cy="2565400"/>
          </a:xfrm>
          <a:prstGeom prst="roundRect">
            <a:avLst>
              <a:gd name="adj" fmla="val 8836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838" y="1234440"/>
            <a:ext cx="5029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718" y="1280160"/>
            <a:ext cx="4663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凹模建模流程</a:t>
            </a:r>
          </a:p>
        </p:txBody>
      </p:sp>
      <p:grpSp>
        <p:nvGrpSpPr>
          <p:cNvPr id="72" name="组合 71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940340" y="1837690"/>
            <a:ext cx="162116" cy="304800"/>
            <a:chOff x="1283913" y="1155618"/>
            <a:chExt cx="1013226" cy="1905000"/>
          </a:xfrm>
        </p:grpSpPr>
        <p:sp>
          <p:nvSpPr>
            <p:cNvPr id="73" name="任意多边形: 形状 3"/>
            <p:cNvSpPr/>
            <p:nvPr>
              <p:custDataLst>
                <p:tags r:id="rId2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任意多边形: 形状 4"/>
            <p:cNvSpPr/>
            <p:nvPr>
              <p:custDataLst>
                <p:tags r:id="rId3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5" name="组合 74"/>
          <p:cNvGrpSpPr>
            <a:grpSpLocks noChangeAspect="1"/>
          </p:cNvGrpSpPr>
          <p:nvPr>
            <p:custDataLst>
              <p:tags r:id="rId4"/>
            </p:custDataLst>
          </p:nvPr>
        </p:nvGrpSpPr>
        <p:grpSpPr>
          <a:xfrm>
            <a:off x="911468" y="2371725"/>
            <a:ext cx="219859" cy="304800"/>
            <a:chOff x="3262468" y="1155618"/>
            <a:chExt cx="1374117" cy="1905000"/>
          </a:xfrm>
        </p:grpSpPr>
        <p:sp>
          <p:nvSpPr>
            <p:cNvPr id="76" name="任意多边形: 形状 6"/>
            <p:cNvSpPr/>
            <p:nvPr>
              <p:custDataLst>
                <p:tags r:id="rId5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任意多边形: 形状 7"/>
            <p:cNvSpPr/>
            <p:nvPr>
              <p:custDataLst>
                <p:tags r:id="rId6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78" name="组合 77"/>
          <p:cNvGrpSpPr>
            <a:grpSpLocks noChangeAspect="1"/>
          </p:cNvGrpSpPr>
          <p:nvPr>
            <p:custDataLst>
              <p:tags r:id="rId7"/>
            </p:custDataLst>
          </p:nvPr>
        </p:nvGrpSpPr>
        <p:grpSpPr>
          <a:xfrm>
            <a:off x="917745" y="2905760"/>
            <a:ext cx="207304" cy="304800"/>
            <a:chOff x="5460700" y="1155618"/>
            <a:chExt cx="1295653" cy="1905000"/>
          </a:xfrm>
        </p:grpSpPr>
        <p:sp>
          <p:nvSpPr>
            <p:cNvPr id="79" name="任意多边形: 形状 9"/>
            <p:cNvSpPr/>
            <p:nvPr>
              <p:custDataLst>
                <p:tags r:id="rId8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0" name="任意多边形: 形状 10"/>
            <p:cNvSpPr/>
            <p:nvPr>
              <p:custDataLst>
                <p:tags r:id="rId9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1" name="组合 80"/>
          <p:cNvGrpSpPr>
            <a:grpSpLocks noChangeAspect="1"/>
          </p:cNvGrpSpPr>
          <p:nvPr>
            <p:custDataLst>
              <p:tags r:id="rId10"/>
            </p:custDataLst>
          </p:nvPr>
        </p:nvGrpSpPr>
        <p:grpSpPr>
          <a:xfrm>
            <a:off x="923780" y="3439795"/>
            <a:ext cx="195234" cy="304800"/>
            <a:chOff x="7668902" y="1161573"/>
            <a:chExt cx="1206752" cy="1883981"/>
          </a:xfrm>
        </p:grpSpPr>
        <p:sp>
          <p:nvSpPr>
            <p:cNvPr id="82" name="任意多边形: 形状 52"/>
            <p:cNvSpPr/>
            <p:nvPr>
              <p:custDataLst>
                <p:tags r:id="rId11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83" name="任意多边形: 形状 51"/>
            <p:cNvSpPr/>
            <p:nvPr>
              <p:custDataLst>
                <p:tags r:id="rId12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84" name="文本框 83"/>
          <p:cNvSpPr txBox="1"/>
          <p:nvPr>
            <p:custDataLst>
              <p:tags r:id="rId13"/>
            </p:custDataLst>
          </p:nvPr>
        </p:nvSpPr>
        <p:spPr>
          <a:xfrm>
            <a:off x="1249998" y="1828800"/>
            <a:ext cx="4373880" cy="185737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创建方形基体 160×160×24 mm 拉伸凸台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拉伸切除八角型腔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异形孔向导 φ12/φ10 + 圆周阵列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拉伸切除花瓣槽 + 圆周阵列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1435" y="1234440"/>
            <a:ext cx="5029200" cy="2565400"/>
          </a:xfrm>
          <a:prstGeom prst="roundRect">
            <a:avLst>
              <a:gd name="adj" fmla="val 8267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1118" y="1234440"/>
            <a:ext cx="502920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998" y="1280160"/>
            <a:ext cx="466344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凸模建模流程</a:t>
            </a:r>
          </a:p>
        </p:txBody>
      </p:sp>
      <p:grpSp>
        <p:nvGrpSpPr>
          <p:cNvPr id="111" name="组合 110"/>
          <p:cNvGrpSpPr>
            <a:grpSpLocks noChangeAspect="1"/>
          </p:cNvGrpSpPr>
          <p:nvPr>
            <p:custDataLst>
              <p:tags r:id="rId14"/>
            </p:custDataLst>
          </p:nvPr>
        </p:nvGrpSpPr>
        <p:grpSpPr>
          <a:xfrm>
            <a:off x="6609620" y="1837690"/>
            <a:ext cx="162116" cy="304800"/>
            <a:chOff x="1283913" y="1155618"/>
            <a:chExt cx="1013226" cy="1905000"/>
          </a:xfrm>
        </p:grpSpPr>
        <p:sp>
          <p:nvSpPr>
            <p:cNvPr id="112" name="任意多边形: 形状 3"/>
            <p:cNvSpPr/>
            <p:nvPr>
              <p:custDataLst>
                <p:tags r:id="rId15"/>
              </p:custDataLst>
            </p:nvPr>
          </p:nvSpPr>
          <p:spPr>
            <a:xfrm>
              <a:off x="1283913" y="1226700"/>
              <a:ext cx="1013226" cy="1833918"/>
            </a:xfrm>
            <a:custGeom>
              <a:avLst/>
              <a:gdLst/>
              <a:ahLst/>
              <a:cxnLst/>
              <a:rect l="0" t="0" r="0" b="0"/>
              <a:pathLst>
                <a:path w="2000378" h="3620645">
                  <a:moveTo>
                    <a:pt x="181229" y="3355341"/>
                  </a:moveTo>
                  <a:lnTo>
                    <a:pt x="232156" y="3371851"/>
                  </a:lnTo>
                  <a:lnTo>
                    <a:pt x="1120521" y="3613786"/>
                  </a:lnTo>
                  <a:cubicBezTo>
                    <a:pt x="1120521" y="3613786"/>
                    <a:pt x="1145032" y="3620644"/>
                    <a:pt x="1176274" y="3602991"/>
                  </a:cubicBezTo>
                  <a:cubicBezTo>
                    <a:pt x="1191895" y="3594228"/>
                    <a:pt x="1195324" y="3581909"/>
                    <a:pt x="1219327" y="3496311"/>
                  </a:cubicBezTo>
                  <a:cubicBezTo>
                    <a:pt x="1243330" y="3410713"/>
                    <a:pt x="1244727" y="3358389"/>
                    <a:pt x="1178179" y="3313304"/>
                  </a:cubicBezTo>
                  <a:cubicBezTo>
                    <a:pt x="1148334" y="3278633"/>
                    <a:pt x="1118489" y="3243835"/>
                    <a:pt x="1135634" y="3182748"/>
                  </a:cubicBezTo>
                  <a:lnTo>
                    <a:pt x="1319403" y="2502281"/>
                  </a:lnTo>
                  <a:lnTo>
                    <a:pt x="1637665" y="1364869"/>
                  </a:lnTo>
                  <a:lnTo>
                    <a:pt x="2000377" y="68453"/>
                  </a:lnTo>
                  <a:lnTo>
                    <a:pt x="1829181" y="20574"/>
                  </a:lnTo>
                  <a:lnTo>
                    <a:pt x="1780286" y="6858"/>
                  </a:lnTo>
                  <a:cubicBezTo>
                    <a:pt x="1780286" y="6858"/>
                    <a:pt x="1755775" y="0"/>
                    <a:pt x="1724533" y="17653"/>
                  </a:cubicBezTo>
                  <a:cubicBezTo>
                    <a:pt x="1693291" y="35306"/>
                    <a:pt x="1476121" y="198755"/>
                    <a:pt x="1476121" y="198755"/>
                  </a:cubicBezTo>
                  <a:cubicBezTo>
                    <a:pt x="1476121" y="198755"/>
                    <a:pt x="1144016" y="395987"/>
                    <a:pt x="1060323" y="412115"/>
                  </a:cubicBezTo>
                  <a:cubicBezTo>
                    <a:pt x="957580" y="449326"/>
                    <a:pt x="851408" y="498730"/>
                    <a:pt x="691007" y="506603"/>
                  </a:cubicBezTo>
                  <a:cubicBezTo>
                    <a:pt x="631825" y="529590"/>
                    <a:pt x="607314" y="522733"/>
                    <a:pt x="576580" y="632841"/>
                  </a:cubicBezTo>
                  <a:cubicBezTo>
                    <a:pt x="545846" y="742950"/>
                    <a:pt x="561467" y="734060"/>
                    <a:pt x="561467" y="734060"/>
                  </a:cubicBezTo>
                  <a:cubicBezTo>
                    <a:pt x="561467" y="734060"/>
                    <a:pt x="544322" y="795275"/>
                    <a:pt x="713613" y="803021"/>
                  </a:cubicBezTo>
                  <a:cubicBezTo>
                    <a:pt x="882904" y="810768"/>
                    <a:pt x="963041" y="806831"/>
                    <a:pt x="963041" y="806831"/>
                  </a:cubicBezTo>
                  <a:lnTo>
                    <a:pt x="644779" y="1944243"/>
                  </a:lnTo>
                  <a:lnTo>
                    <a:pt x="415544" y="2763647"/>
                  </a:lnTo>
                  <a:lnTo>
                    <a:pt x="364236" y="2947162"/>
                  </a:lnTo>
                  <a:cubicBezTo>
                    <a:pt x="364236" y="2947162"/>
                    <a:pt x="361315" y="3051810"/>
                    <a:pt x="127508" y="3039237"/>
                  </a:cubicBezTo>
                  <a:cubicBezTo>
                    <a:pt x="99568" y="3044572"/>
                    <a:pt x="92837" y="3069083"/>
                    <a:pt x="79121" y="3117978"/>
                  </a:cubicBezTo>
                  <a:cubicBezTo>
                    <a:pt x="65405" y="3166873"/>
                    <a:pt x="44958" y="3240279"/>
                    <a:pt x="44958" y="3240279"/>
                  </a:cubicBezTo>
                  <a:cubicBezTo>
                    <a:pt x="44958" y="3240279"/>
                    <a:pt x="0" y="3306827"/>
                    <a:pt x="109982" y="3337561"/>
                  </a:cubicBezTo>
                  <a:cubicBezTo>
                    <a:pt x="158750" y="3351277"/>
                    <a:pt x="173101" y="3354198"/>
                    <a:pt x="181229" y="3355341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3" name="任意多边形: 形状 4"/>
            <p:cNvSpPr/>
            <p:nvPr>
              <p:custDataLst>
                <p:tags r:id="rId16"/>
              </p:custDataLst>
            </p:nvPr>
          </p:nvSpPr>
          <p:spPr>
            <a:xfrm>
              <a:off x="1356217" y="1155618"/>
              <a:ext cx="704389" cy="1852637"/>
            </a:xfrm>
            <a:custGeom>
              <a:avLst/>
              <a:gdLst/>
              <a:ahLst/>
              <a:cxnLst/>
              <a:rect l="0" t="0" r="0" b="0"/>
              <a:pathLst>
                <a:path w="1390651" h="3657601">
                  <a:moveTo>
                    <a:pt x="352933" y="3655441"/>
                  </a:moveTo>
                  <a:lnTo>
                    <a:pt x="406400" y="3657600"/>
                  </a:lnTo>
                  <a:lnTo>
                    <a:pt x="1327150" y="3651250"/>
                  </a:lnTo>
                  <a:cubicBezTo>
                    <a:pt x="1327150" y="3651250"/>
                    <a:pt x="1352550" y="3651250"/>
                    <a:pt x="1377950" y="3625850"/>
                  </a:cubicBezTo>
                  <a:cubicBezTo>
                    <a:pt x="1390650" y="3613150"/>
                    <a:pt x="1390650" y="3600450"/>
                    <a:pt x="1390650" y="3511550"/>
                  </a:cubicBezTo>
                  <a:cubicBezTo>
                    <a:pt x="1390650" y="3422650"/>
                    <a:pt x="1377950" y="3371850"/>
                    <a:pt x="1301750" y="3346450"/>
                  </a:cubicBezTo>
                  <a:cubicBezTo>
                    <a:pt x="1263650" y="3321050"/>
                    <a:pt x="1225550" y="3295650"/>
                    <a:pt x="1225550" y="3232150"/>
                  </a:cubicBezTo>
                  <a:lnTo>
                    <a:pt x="1219200" y="2527300"/>
                  </a:lnTo>
                  <a:lnTo>
                    <a:pt x="1219200" y="1346200"/>
                  </a:lnTo>
                  <a:lnTo>
                    <a:pt x="1219200" y="0"/>
                  </a:lnTo>
                  <a:lnTo>
                    <a:pt x="1041400" y="0"/>
                  </a:lnTo>
                  <a:lnTo>
                    <a:pt x="990600" y="0"/>
                  </a:lnTo>
                  <a:cubicBezTo>
                    <a:pt x="990600" y="0"/>
                    <a:pt x="965200" y="0"/>
                    <a:pt x="939800" y="25400"/>
                  </a:cubicBezTo>
                  <a:cubicBezTo>
                    <a:pt x="914400" y="50800"/>
                    <a:pt x="749300" y="266700"/>
                    <a:pt x="749300" y="266700"/>
                  </a:cubicBezTo>
                  <a:cubicBezTo>
                    <a:pt x="749300" y="266700"/>
                    <a:pt x="482600" y="546100"/>
                    <a:pt x="406400" y="584200"/>
                  </a:cubicBezTo>
                  <a:cubicBezTo>
                    <a:pt x="317500" y="647700"/>
                    <a:pt x="228600" y="723900"/>
                    <a:pt x="76200" y="774700"/>
                  </a:cubicBezTo>
                  <a:cubicBezTo>
                    <a:pt x="25400" y="812800"/>
                    <a:pt x="0" y="812800"/>
                    <a:pt x="0" y="927100"/>
                  </a:cubicBezTo>
                  <a:cubicBezTo>
                    <a:pt x="0" y="1041400"/>
                    <a:pt x="12700" y="1028700"/>
                    <a:pt x="12700" y="1028700"/>
                  </a:cubicBezTo>
                  <a:cubicBezTo>
                    <a:pt x="12700" y="1028700"/>
                    <a:pt x="12700" y="1092200"/>
                    <a:pt x="177800" y="1054100"/>
                  </a:cubicBezTo>
                  <a:cubicBezTo>
                    <a:pt x="342903" y="1016013"/>
                    <a:pt x="419100" y="990600"/>
                    <a:pt x="419100" y="990600"/>
                  </a:cubicBezTo>
                  <a:lnTo>
                    <a:pt x="419100" y="2171700"/>
                  </a:lnTo>
                  <a:lnTo>
                    <a:pt x="419100" y="3022600"/>
                  </a:lnTo>
                  <a:lnTo>
                    <a:pt x="419100" y="3213100"/>
                  </a:lnTo>
                  <a:cubicBezTo>
                    <a:pt x="419100" y="3213100"/>
                    <a:pt x="444500" y="3314700"/>
                    <a:pt x="215900" y="3365500"/>
                  </a:cubicBezTo>
                  <a:cubicBezTo>
                    <a:pt x="190500" y="3378200"/>
                    <a:pt x="190500" y="3403600"/>
                    <a:pt x="190500" y="3454400"/>
                  </a:cubicBezTo>
                  <a:cubicBezTo>
                    <a:pt x="190500" y="3505200"/>
                    <a:pt x="190500" y="3581400"/>
                    <a:pt x="190500" y="3581400"/>
                  </a:cubicBezTo>
                  <a:cubicBezTo>
                    <a:pt x="190500" y="3581400"/>
                    <a:pt x="165100" y="3657600"/>
                    <a:pt x="279400" y="3657600"/>
                  </a:cubicBezTo>
                  <a:cubicBezTo>
                    <a:pt x="330200" y="3657600"/>
                    <a:pt x="344678" y="3656584"/>
                    <a:pt x="352933" y="3655441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4" name="组合 113"/>
          <p:cNvGrpSpPr>
            <a:grpSpLocks noChangeAspect="1"/>
          </p:cNvGrpSpPr>
          <p:nvPr>
            <p:custDataLst>
              <p:tags r:id="rId17"/>
            </p:custDataLst>
          </p:nvPr>
        </p:nvGrpSpPr>
        <p:grpSpPr>
          <a:xfrm>
            <a:off x="6580748" y="2371725"/>
            <a:ext cx="219859" cy="304800"/>
            <a:chOff x="3262468" y="1155618"/>
            <a:chExt cx="1374117" cy="1905000"/>
          </a:xfrm>
        </p:grpSpPr>
        <p:sp>
          <p:nvSpPr>
            <p:cNvPr id="115" name="任意多边形: 形状 6"/>
            <p:cNvSpPr/>
            <p:nvPr>
              <p:custDataLst>
                <p:tags r:id="rId18"/>
              </p:custDataLst>
            </p:nvPr>
          </p:nvSpPr>
          <p:spPr>
            <a:xfrm>
              <a:off x="3262468" y="1156762"/>
              <a:ext cx="1374117" cy="1903856"/>
            </a:xfrm>
            <a:custGeom>
              <a:avLst/>
              <a:gdLst/>
              <a:ahLst/>
              <a:cxnLst/>
              <a:rect l="0" t="0" r="0" b="0"/>
              <a:pathLst>
                <a:path w="2745487" h="3803905">
                  <a:moveTo>
                    <a:pt x="2261235" y="2882773"/>
                  </a:moveTo>
                  <a:lnTo>
                    <a:pt x="2089658" y="3270377"/>
                  </a:lnTo>
                  <a:lnTo>
                    <a:pt x="1880235" y="3700399"/>
                  </a:lnTo>
                  <a:lnTo>
                    <a:pt x="1835658" y="3767201"/>
                  </a:lnTo>
                  <a:cubicBezTo>
                    <a:pt x="1835658" y="3767201"/>
                    <a:pt x="1825625" y="3803904"/>
                    <a:pt x="1715389" y="3773932"/>
                  </a:cubicBezTo>
                  <a:cubicBezTo>
                    <a:pt x="1605153" y="3743833"/>
                    <a:pt x="1066038" y="3596894"/>
                    <a:pt x="1066038" y="3596894"/>
                  </a:cubicBezTo>
                  <a:lnTo>
                    <a:pt x="0" y="3306191"/>
                  </a:lnTo>
                  <a:lnTo>
                    <a:pt x="143637" y="2779268"/>
                  </a:lnTo>
                  <a:cubicBezTo>
                    <a:pt x="143637" y="2779268"/>
                    <a:pt x="172593" y="2721356"/>
                    <a:pt x="238252" y="2673477"/>
                  </a:cubicBezTo>
                  <a:cubicBezTo>
                    <a:pt x="303911" y="2625599"/>
                    <a:pt x="491109" y="2518664"/>
                    <a:pt x="491109" y="2518664"/>
                  </a:cubicBezTo>
                  <a:lnTo>
                    <a:pt x="731647" y="2360422"/>
                  </a:lnTo>
                  <a:lnTo>
                    <a:pt x="1094740" y="2090801"/>
                  </a:lnTo>
                  <a:cubicBezTo>
                    <a:pt x="1094740" y="2090801"/>
                    <a:pt x="1483487" y="1775587"/>
                    <a:pt x="1538097" y="1671955"/>
                  </a:cubicBezTo>
                  <a:cubicBezTo>
                    <a:pt x="1592706" y="1568323"/>
                    <a:pt x="1663954" y="1548257"/>
                    <a:pt x="1812036" y="1101598"/>
                  </a:cubicBezTo>
                  <a:cubicBezTo>
                    <a:pt x="1812036" y="1101598"/>
                    <a:pt x="1904492" y="810895"/>
                    <a:pt x="1913382" y="681609"/>
                  </a:cubicBezTo>
                  <a:cubicBezTo>
                    <a:pt x="1922272" y="552450"/>
                    <a:pt x="1929003" y="527939"/>
                    <a:pt x="1905635" y="468884"/>
                  </a:cubicBezTo>
                  <a:cubicBezTo>
                    <a:pt x="1882267" y="409830"/>
                    <a:pt x="1825371" y="328549"/>
                    <a:pt x="1711833" y="310770"/>
                  </a:cubicBezTo>
                  <a:cubicBezTo>
                    <a:pt x="1598168" y="292989"/>
                    <a:pt x="1591564" y="317500"/>
                    <a:pt x="1591564" y="317500"/>
                  </a:cubicBezTo>
                  <a:cubicBezTo>
                    <a:pt x="1591564" y="317500"/>
                    <a:pt x="1480185" y="339725"/>
                    <a:pt x="1454531" y="530225"/>
                  </a:cubicBezTo>
                  <a:cubicBezTo>
                    <a:pt x="1436751" y="643890"/>
                    <a:pt x="1408938" y="939039"/>
                    <a:pt x="1265174" y="1031495"/>
                  </a:cubicBezTo>
                  <a:cubicBezTo>
                    <a:pt x="1230630" y="1061593"/>
                    <a:pt x="1170559" y="1137286"/>
                    <a:pt x="1004570" y="1118362"/>
                  </a:cubicBezTo>
                  <a:cubicBezTo>
                    <a:pt x="967867" y="1108330"/>
                    <a:pt x="915416" y="1107186"/>
                    <a:pt x="851916" y="1050417"/>
                  </a:cubicBezTo>
                  <a:cubicBezTo>
                    <a:pt x="830707" y="1031494"/>
                    <a:pt x="703707" y="917829"/>
                    <a:pt x="752729" y="641604"/>
                  </a:cubicBezTo>
                  <a:cubicBezTo>
                    <a:pt x="766064" y="592582"/>
                    <a:pt x="830707" y="307467"/>
                    <a:pt x="1161542" y="108077"/>
                  </a:cubicBezTo>
                  <a:cubicBezTo>
                    <a:pt x="1192784" y="90297"/>
                    <a:pt x="1326388" y="34544"/>
                    <a:pt x="1409954" y="17780"/>
                  </a:cubicBezTo>
                  <a:cubicBezTo>
                    <a:pt x="1493519" y="1016"/>
                    <a:pt x="1730756" y="0"/>
                    <a:pt x="1865502" y="36703"/>
                  </a:cubicBezTo>
                  <a:cubicBezTo>
                    <a:pt x="1902206" y="46736"/>
                    <a:pt x="2040381" y="71247"/>
                    <a:pt x="2235326" y="177038"/>
                  </a:cubicBezTo>
                  <a:cubicBezTo>
                    <a:pt x="2268727" y="199263"/>
                    <a:pt x="2302129" y="221615"/>
                    <a:pt x="2302129" y="221615"/>
                  </a:cubicBezTo>
                  <a:cubicBezTo>
                    <a:pt x="2302129" y="221615"/>
                    <a:pt x="2453639" y="341884"/>
                    <a:pt x="2480310" y="388747"/>
                  </a:cubicBezTo>
                  <a:cubicBezTo>
                    <a:pt x="2489200" y="404368"/>
                    <a:pt x="2646299" y="552450"/>
                    <a:pt x="2686431" y="839852"/>
                  </a:cubicBezTo>
                  <a:cubicBezTo>
                    <a:pt x="2688717" y="879984"/>
                    <a:pt x="2745486" y="1106044"/>
                    <a:pt x="2615184" y="1439165"/>
                  </a:cubicBezTo>
                  <a:cubicBezTo>
                    <a:pt x="2608453" y="1463675"/>
                    <a:pt x="2536063" y="1680846"/>
                    <a:pt x="2272157" y="1924813"/>
                  </a:cubicBezTo>
                  <a:cubicBezTo>
                    <a:pt x="2206498" y="1972692"/>
                    <a:pt x="2049399" y="2114170"/>
                    <a:pt x="1695196" y="2254505"/>
                  </a:cubicBezTo>
                  <a:cubicBezTo>
                    <a:pt x="1561592" y="2310258"/>
                    <a:pt x="1082548" y="2521839"/>
                    <a:pt x="1082548" y="2521839"/>
                  </a:cubicBezTo>
                  <a:cubicBezTo>
                    <a:pt x="1082548" y="2521839"/>
                    <a:pt x="628142" y="2740152"/>
                    <a:pt x="605790" y="2773553"/>
                  </a:cubicBezTo>
                  <a:cubicBezTo>
                    <a:pt x="703834" y="2800224"/>
                    <a:pt x="1340993" y="2973959"/>
                    <a:pt x="1340993" y="2973959"/>
                  </a:cubicBezTo>
                  <a:lnTo>
                    <a:pt x="1684020" y="3067558"/>
                  </a:lnTo>
                  <a:cubicBezTo>
                    <a:pt x="1684020" y="3067558"/>
                    <a:pt x="1803146" y="3113278"/>
                    <a:pt x="1876679" y="2988437"/>
                  </a:cubicBezTo>
                  <a:cubicBezTo>
                    <a:pt x="1950212" y="2863723"/>
                    <a:pt x="1980311" y="2753360"/>
                    <a:pt x="2066036" y="2776855"/>
                  </a:cubicBezTo>
                  <a:cubicBezTo>
                    <a:pt x="2152015" y="2800350"/>
                    <a:pt x="2253361" y="2814828"/>
                    <a:pt x="2261235" y="2882773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6" name="任意多边形: 形状 7"/>
            <p:cNvSpPr/>
            <p:nvPr>
              <p:custDataLst>
                <p:tags r:id="rId19"/>
              </p:custDataLst>
            </p:nvPr>
          </p:nvSpPr>
          <p:spPr>
            <a:xfrm>
              <a:off x="3369890" y="1155618"/>
              <a:ext cx="1036086" cy="1830631"/>
            </a:xfrm>
            <a:custGeom>
              <a:avLst/>
              <a:gdLst/>
              <a:ahLst/>
              <a:cxnLst/>
              <a:rect l="0" t="0" r="0" b="0"/>
              <a:pathLst>
                <a:path w="2070101" h="3657601">
                  <a:moveTo>
                    <a:pt x="2070100" y="2654300"/>
                  </a:moveTo>
                  <a:lnTo>
                    <a:pt x="2006600" y="3073400"/>
                  </a:lnTo>
                  <a:lnTo>
                    <a:pt x="1917700" y="3543300"/>
                  </a:lnTo>
                  <a:lnTo>
                    <a:pt x="1892300" y="3619500"/>
                  </a:lnTo>
                  <a:cubicBezTo>
                    <a:pt x="1892300" y="3619500"/>
                    <a:pt x="1892300" y="3657600"/>
                    <a:pt x="1778000" y="3657600"/>
                  </a:cubicBezTo>
                  <a:cubicBezTo>
                    <a:pt x="1663700" y="3657600"/>
                    <a:pt x="1104900" y="3657600"/>
                    <a:pt x="1104900" y="3657600"/>
                  </a:cubicBezTo>
                  <a:lnTo>
                    <a:pt x="0" y="3657600"/>
                  </a:lnTo>
                  <a:lnTo>
                    <a:pt x="0" y="3111500"/>
                  </a:lnTo>
                  <a:cubicBezTo>
                    <a:pt x="0" y="3111500"/>
                    <a:pt x="12700" y="3048000"/>
                    <a:pt x="63500" y="2984500"/>
                  </a:cubicBezTo>
                  <a:cubicBezTo>
                    <a:pt x="114300" y="2921000"/>
                    <a:pt x="266700" y="2768600"/>
                    <a:pt x="266700" y="2768600"/>
                  </a:cubicBezTo>
                  <a:lnTo>
                    <a:pt x="457200" y="2552700"/>
                  </a:lnTo>
                  <a:lnTo>
                    <a:pt x="736600" y="2197100"/>
                  </a:lnTo>
                  <a:cubicBezTo>
                    <a:pt x="736600" y="2197100"/>
                    <a:pt x="1028700" y="1790700"/>
                    <a:pt x="1054100" y="1676400"/>
                  </a:cubicBezTo>
                  <a:cubicBezTo>
                    <a:pt x="1079502" y="1562101"/>
                    <a:pt x="1143000" y="1524000"/>
                    <a:pt x="1168400" y="1054100"/>
                  </a:cubicBezTo>
                  <a:cubicBezTo>
                    <a:pt x="1168400" y="1054100"/>
                    <a:pt x="1181100" y="749300"/>
                    <a:pt x="1155700" y="622300"/>
                  </a:cubicBezTo>
                  <a:cubicBezTo>
                    <a:pt x="1130300" y="495300"/>
                    <a:pt x="1130300" y="469900"/>
                    <a:pt x="1092200" y="419100"/>
                  </a:cubicBezTo>
                  <a:cubicBezTo>
                    <a:pt x="1054100" y="368300"/>
                    <a:pt x="977900" y="304800"/>
                    <a:pt x="863600" y="317500"/>
                  </a:cubicBezTo>
                  <a:cubicBezTo>
                    <a:pt x="749300" y="330200"/>
                    <a:pt x="749300" y="355600"/>
                    <a:pt x="749300" y="355600"/>
                  </a:cubicBezTo>
                  <a:cubicBezTo>
                    <a:pt x="749300" y="355600"/>
                    <a:pt x="647700" y="406400"/>
                    <a:pt x="673100" y="596900"/>
                  </a:cubicBezTo>
                  <a:cubicBezTo>
                    <a:pt x="685800" y="711200"/>
                    <a:pt x="736600" y="1003300"/>
                    <a:pt x="622300" y="1130300"/>
                  </a:cubicBezTo>
                  <a:cubicBezTo>
                    <a:pt x="596900" y="1168400"/>
                    <a:pt x="558800" y="1257300"/>
                    <a:pt x="393700" y="1282700"/>
                  </a:cubicBezTo>
                  <a:cubicBezTo>
                    <a:pt x="355600" y="1282700"/>
                    <a:pt x="304800" y="1295400"/>
                    <a:pt x="228600" y="1257300"/>
                  </a:cubicBezTo>
                  <a:cubicBezTo>
                    <a:pt x="203200" y="1244600"/>
                    <a:pt x="50800" y="1168400"/>
                    <a:pt x="25400" y="889000"/>
                  </a:cubicBezTo>
                  <a:cubicBezTo>
                    <a:pt x="25400" y="838200"/>
                    <a:pt x="12700" y="546100"/>
                    <a:pt x="279400" y="266700"/>
                  </a:cubicBezTo>
                  <a:cubicBezTo>
                    <a:pt x="304800" y="241300"/>
                    <a:pt x="419100" y="152400"/>
                    <a:pt x="495300" y="114300"/>
                  </a:cubicBezTo>
                  <a:cubicBezTo>
                    <a:pt x="571497" y="76193"/>
                    <a:pt x="800100" y="12700"/>
                    <a:pt x="939800" y="12700"/>
                  </a:cubicBezTo>
                  <a:cubicBezTo>
                    <a:pt x="977900" y="12700"/>
                    <a:pt x="1117600" y="0"/>
                    <a:pt x="1333500" y="50800"/>
                  </a:cubicBezTo>
                  <a:cubicBezTo>
                    <a:pt x="1371600" y="63500"/>
                    <a:pt x="1409700" y="76200"/>
                    <a:pt x="1409700" y="76200"/>
                  </a:cubicBezTo>
                  <a:cubicBezTo>
                    <a:pt x="1409700" y="76200"/>
                    <a:pt x="1587500" y="152400"/>
                    <a:pt x="1625600" y="190500"/>
                  </a:cubicBezTo>
                  <a:cubicBezTo>
                    <a:pt x="1638300" y="203200"/>
                    <a:pt x="1828800" y="304800"/>
                    <a:pt x="1943100" y="571500"/>
                  </a:cubicBezTo>
                  <a:cubicBezTo>
                    <a:pt x="1955800" y="609600"/>
                    <a:pt x="2070100" y="812800"/>
                    <a:pt x="2032000" y="1168400"/>
                  </a:cubicBezTo>
                  <a:cubicBezTo>
                    <a:pt x="2032000" y="1193800"/>
                    <a:pt x="2019300" y="1422400"/>
                    <a:pt x="1828800" y="1727200"/>
                  </a:cubicBezTo>
                  <a:cubicBezTo>
                    <a:pt x="1778000" y="1790700"/>
                    <a:pt x="1663700" y="1968500"/>
                    <a:pt x="1358900" y="2197100"/>
                  </a:cubicBezTo>
                  <a:cubicBezTo>
                    <a:pt x="1244600" y="2286000"/>
                    <a:pt x="838200" y="2616200"/>
                    <a:pt x="838200" y="2616200"/>
                  </a:cubicBezTo>
                  <a:cubicBezTo>
                    <a:pt x="838200" y="2616200"/>
                    <a:pt x="457200" y="2946400"/>
                    <a:pt x="444500" y="2984500"/>
                  </a:cubicBezTo>
                  <a:cubicBezTo>
                    <a:pt x="546100" y="2984500"/>
                    <a:pt x="1206500" y="2984500"/>
                    <a:pt x="1206500" y="2984500"/>
                  </a:cubicBezTo>
                  <a:lnTo>
                    <a:pt x="1562100" y="2984500"/>
                  </a:lnTo>
                  <a:cubicBezTo>
                    <a:pt x="1562100" y="2984500"/>
                    <a:pt x="1689100" y="2997200"/>
                    <a:pt x="1727200" y="2857500"/>
                  </a:cubicBezTo>
                  <a:cubicBezTo>
                    <a:pt x="1765312" y="2717803"/>
                    <a:pt x="1765300" y="2603500"/>
                    <a:pt x="1854200" y="2603500"/>
                  </a:cubicBezTo>
                  <a:cubicBezTo>
                    <a:pt x="1943100" y="2603500"/>
                    <a:pt x="2044700" y="2590800"/>
                    <a:pt x="2070100" y="26543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17" name="组合 116"/>
          <p:cNvGrpSpPr>
            <a:grpSpLocks noChangeAspect="1"/>
          </p:cNvGrpSpPr>
          <p:nvPr>
            <p:custDataLst>
              <p:tags r:id="rId20"/>
            </p:custDataLst>
          </p:nvPr>
        </p:nvGrpSpPr>
        <p:grpSpPr>
          <a:xfrm>
            <a:off x="6587026" y="2905760"/>
            <a:ext cx="207304" cy="304800"/>
            <a:chOff x="5460700" y="1155618"/>
            <a:chExt cx="1295653" cy="1905000"/>
          </a:xfrm>
        </p:grpSpPr>
        <p:sp>
          <p:nvSpPr>
            <p:cNvPr id="118" name="任意多边形: 形状 9"/>
            <p:cNvSpPr/>
            <p:nvPr>
              <p:custDataLst>
                <p:tags r:id="rId21"/>
              </p:custDataLst>
            </p:nvPr>
          </p:nvSpPr>
          <p:spPr>
            <a:xfrm>
              <a:off x="5460700" y="1189984"/>
              <a:ext cx="1295653" cy="1841774"/>
            </a:xfrm>
            <a:custGeom>
              <a:avLst/>
              <a:gdLst/>
              <a:ahLst/>
              <a:cxnLst/>
              <a:rect l="0" t="0" r="0" b="0"/>
              <a:pathLst>
                <a:path w="2599945" h="3695828">
                  <a:moveTo>
                    <a:pt x="1034034" y="1489202"/>
                  </a:moveTo>
                  <a:cubicBezTo>
                    <a:pt x="1034034" y="1489202"/>
                    <a:pt x="1296543" y="1588135"/>
                    <a:pt x="1430401" y="1532890"/>
                  </a:cubicBezTo>
                  <a:cubicBezTo>
                    <a:pt x="1520698" y="1491996"/>
                    <a:pt x="1624203" y="1546860"/>
                    <a:pt x="1794256" y="645160"/>
                  </a:cubicBezTo>
                  <a:cubicBezTo>
                    <a:pt x="1803654" y="516001"/>
                    <a:pt x="1828546" y="377952"/>
                    <a:pt x="1629283" y="336042"/>
                  </a:cubicBezTo>
                  <a:cubicBezTo>
                    <a:pt x="1576959" y="334772"/>
                    <a:pt x="1395349" y="324104"/>
                    <a:pt x="1392301" y="573659"/>
                  </a:cubicBezTo>
                  <a:cubicBezTo>
                    <a:pt x="1391031" y="625983"/>
                    <a:pt x="1394206" y="995807"/>
                    <a:pt x="1235964" y="1044321"/>
                  </a:cubicBezTo>
                  <a:cubicBezTo>
                    <a:pt x="1189101" y="1070864"/>
                    <a:pt x="996188" y="1149350"/>
                    <a:pt x="851789" y="1004062"/>
                  </a:cubicBezTo>
                  <a:cubicBezTo>
                    <a:pt x="821817" y="969391"/>
                    <a:pt x="683006" y="852043"/>
                    <a:pt x="812292" y="479298"/>
                  </a:cubicBezTo>
                  <a:cubicBezTo>
                    <a:pt x="841502" y="421513"/>
                    <a:pt x="916686" y="244602"/>
                    <a:pt x="1222375" y="91948"/>
                  </a:cubicBezTo>
                  <a:cubicBezTo>
                    <a:pt x="1265809" y="77597"/>
                    <a:pt x="1366393" y="0"/>
                    <a:pt x="1738249" y="36830"/>
                  </a:cubicBezTo>
                  <a:cubicBezTo>
                    <a:pt x="1762760" y="43561"/>
                    <a:pt x="2100072" y="110363"/>
                    <a:pt x="2286508" y="293751"/>
                  </a:cubicBezTo>
                  <a:cubicBezTo>
                    <a:pt x="2328672" y="331724"/>
                    <a:pt x="2455291" y="445770"/>
                    <a:pt x="2500376" y="616331"/>
                  </a:cubicBezTo>
                  <a:cubicBezTo>
                    <a:pt x="2514727" y="659765"/>
                    <a:pt x="2599944" y="828294"/>
                    <a:pt x="2565654" y="1095502"/>
                  </a:cubicBezTo>
                  <a:cubicBezTo>
                    <a:pt x="2552065" y="1144524"/>
                    <a:pt x="2543556" y="1366139"/>
                    <a:pt x="2344674" y="1561465"/>
                  </a:cubicBezTo>
                  <a:cubicBezTo>
                    <a:pt x="2310003" y="1591437"/>
                    <a:pt x="2195957" y="1718056"/>
                    <a:pt x="1969770" y="1774063"/>
                  </a:cubicBezTo>
                  <a:cubicBezTo>
                    <a:pt x="1914017" y="1784985"/>
                    <a:pt x="1706753" y="1820037"/>
                    <a:pt x="1645539" y="1803019"/>
                  </a:cubicBezTo>
                  <a:cubicBezTo>
                    <a:pt x="1687703" y="1840992"/>
                    <a:pt x="2038096" y="2003679"/>
                    <a:pt x="2152777" y="2351659"/>
                  </a:cubicBezTo>
                  <a:cubicBezTo>
                    <a:pt x="2176018" y="2410714"/>
                    <a:pt x="2322703" y="2833370"/>
                    <a:pt x="1969135" y="3302254"/>
                  </a:cubicBezTo>
                  <a:cubicBezTo>
                    <a:pt x="1927733" y="3356737"/>
                    <a:pt x="1719453" y="3681222"/>
                    <a:pt x="1124712" y="3688207"/>
                  </a:cubicBezTo>
                  <a:cubicBezTo>
                    <a:pt x="1056767" y="3695827"/>
                    <a:pt x="604647" y="3663061"/>
                    <a:pt x="377190" y="3389503"/>
                  </a:cubicBezTo>
                  <a:cubicBezTo>
                    <a:pt x="299593" y="3289046"/>
                    <a:pt x="0" y="2942718"/>
                    <a:pt x="267843" y="2450212"/>
                  </a:cubicBezTo>
                  <a:cubicBezTo>
                    <a:pt x="321437" y="2399158"/>
                    <a:pt x="435483" y="2272539"/>
                    <a:pt x="649097" y="2357883"/>
                  </a:cubicBezTo>
                  <a:cubicBezTo>
                    <a:pt x="706882" y="2387093"/>
                    <a:pt x="826008" y="2433067"/>
                    <a:pt x="829691" y="2658111"/>
                  </a:cubicBezTo>
                  <a:cubicBezTo>
                    <a:pt x="818261" y="2747138"/>
                    <a:pt x="804672" y="2796159"/>
                    <a:pt x="703707" y="3018537"/>
                  </a:cubicBezTo>
                  <a:cubicBezTo>
                    <a:pt x="686816" y="3079751"/>
                    <a:pt x="602742" y="3241040"/>
                    <a:pt x="837438" y="3345308"/>
                  </a:cubicBezTo>
                  <a:cubicBezTo>
                    <a:pt x="902081" y="3350007"/>
                    <a:pt x="1103376" y="3431922"/>
                    <a:pt x="1238631" y="2942337"/>
                  </a:cubicBezTo>
                  <a:cubicBezTo>
                    <a:pt x="1265682" y="2844420"/>
                    <a:pt x="1386586" y="2311274"/>
                    <a:pt x="1386586" y="2311274"/>
                  </a:cubicBezTo>
                  <a:cubicBezTo>
                    <a:pt x="1386586" y="2311274"/>
                    <a:pt x="1412875" y="2120901"/>
                    <a:pt x="1377442" y="2058417"/>
                  </a:cubicBezTo>
                  <a:cubicBezTo>
                    <a:pt x="1342009" y="1995932"/>
                    <a:pt x="1347978" y="1878965"/>
                    <a:pt x="931799" y="1764031"/>
                  </a:cubicBezTo>
                  <a:cubicBezTo>
                    <a:pt x="882777" y="1750442"/>
                    <a:pt x="814832" y="1758062"/>
                    <a:pt x="881253" y="1565657"/>
                  </a:cubicBezTo>
                  <a:cubicBezTo>
                    <a:pt x="910336" y="1507744"/>
                    <a:pt x="923925" y="1458722"/>
                    <a:pt x="1034034" y="148920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任意多边形: 形状 10"/>
            <p:cNvSpPr/>
            <p:nvPr>
              <p:custDataLst>
                <p:tags r:id="rId22"/>
              </p:custDataLst>
            </p:nvPr>
          </p:nvSpPr>
          <p:spPr>
            <a:xfrm>
              <a:off x="5538672" y="1155618"/>
              <a:ext cx="1101229" cy="1905000"/>
            </a:xfrm>
            <a:custGeom>
              <a:avLst/>
              <a:gdLst/>
              <a:ahLst/>
              <a:cxnLst/>
              <a:rect l="0" t="0" r="0" b="0"/>
              <a:pathLst>
                <a:path w="2209801" h="3822701">
                  <a:moveTo>
                    <a:pt x="609600" y="1612900"/>
                  </a:moveTo>
                  <a:cubicBezTo>
                    <a:pt x="609600" y="1612900"/>
                    <a:pt x="889000" y="1638300"/>
                    <a:pt x="1003300" y="1549400"/>
                  </a:cubicBezTo>
                  <a:cubicBezTo>
                    <a:pt x="1079500" y="1485900"/>
                    <a:pt x="1193800" y="1511300"/>
                    <a:pt x="1117600" y="596900"/>
                  </a:cubicBezTo>
                  <a:cubicBezTo>
                    <a:pt x="1092200" y="469900"/>
                    <a:pt x="1079500" y="330200"/>
                    <a:pt x="876300" y="342900"/>
                  </a:cubicBezTo>
                  <a:cubicBezTo>
                    <a:pt x="825500" y="355600"/>
                    <a:pt x="647700" y="393700"/>
                    <a:pt x="711200" y="635000"/>
                  </a:cubicBezTo>
                  <a:cubicBezTo>
                    <a:pt x="723900" y="685800"/>
                    <a:pt x="825500" y="1041400"/>
                    <a:pt x="685800" y="1130300"/>
                  </a:cubicBezTo>
                  <a:cubicBezTo>
                    <a:pt x="647700" y="1168400"/>
                    <a:pt x="482600" y="1295400"/>
                    <a:pt x="304800" y="1193800"/>
                  </a:cubicBezTo>
                  <a:cubicBezTo>
                    <a:pt x="266700" y="1168400"/>
                    <a:pt x="101600" y="1092200"/>
                    <a:pt x="127000" y="698500"/>
                  </a:cubicBezTo>
                  <a:cubicBezTo>
                    <a:pt x="139700" y="635000"/>
                    <a:pt x="165100" y="444500"/>
                    <a:pt x="419100" y="215900"/>
                  </a:cubicBezTo>
                  <a:cubicBezTo>
                    <a:pt x="457200" y="190500"/>
                    <a:pt x="533400" y="88900"/>
                    <a:pt x="901700" y="25400"/>
                  </a:cubicBezTo>
                  <a:cubicBezTo>
                    <a:pt x="927100" y="25400"/>
                    <a:pt x="1270000" y="0"/>
                    <a:pt x="1498600" y="127000"/>
                  </a:cubicBezTo>
                  <a:cubicBezTo>
                    <a:pt x="1549400" y="152400"/>
                    <a:pt x="1701800" y="228600"/>
                    <a:pt x="1790700" y="381000"/>
                  </a:cubicBezTo>
                  <a:cubicBezTo>
                    <a:pt x="1816100" y="419100"/>
                    <a:pt x="1943100" y="558800"/>
                    <a:pt x="1981200" y="825500"/>
                  </a:cubicBezTo>
                  <a:cubicBezTo>
                    <a:pt x="1981200" y="876300"/>
                    <a:pt x="2032000" y="1092200"/>
                    <a:pt x="1892300" y="1333500"/>
                  </a:cubicBezTo>
                  <a:cubicBezTo>
                    <a:pt x="1866900" y="1371600"/>
                    <a:pt x="1790700" y="1524000"/>
                    <a:pt x="1587500" y="1638300"/>
                  </a:cubicBezTo>
                  <a:cubicBezTo>
                    <a:pt x="1536700" y="1663700"/>
                    <a:pt x="1346200" y="1752600"/>
                    <a:pt x="1282700" y="1752600"/>
                  </a:cubicBezTo>
                  <a:cubicBezTo>
                    <a:pt x="1333500" y="1778000"/>
                    <a:pt x="1714500" y="1841500"/>
                    <a:pt x="1917700" y="2146300"/>
                  </a:cubicBezTo>
                  <a:cubicBezTo>
                    <a:pt x="1955800" y="2197100"/>
                    <a:pt x="2209800" y="2565400"/>
                    <a:pt x="1993900" y="3111500"/>
                  </a:cubicBezTo>
                  <a:cubicBezTo>
                    <a:pt x="1968500" y="3175000"/>
                    <a:pt x="1854200" y="3543300"/>
                    <a:pt x="1282700" y="3708400"/>
                  </a:cubicBezTo>
                  <a:cubicBezTo>
                    <a:pt x="1219200" y="3733800"/>
                    <a:pt x="774700" y="3822700"/>
                    <a:pt x="482600" y="3619500"/>
                  </a:cubicBezTo>
                  <a:cubicBezTo>
                    <a:pt x="381000" y="3543300"/>
                    <a:pt x="0" y="3289300"/>
                    <a:pt x="127000" y="2743200"/>
                  </a:cubicBezTo>
                  <a:cubicBezTo>
                    <a:pt x="165100" y="2679700"/>
                    <a:pt x="241300" y="2527300"/>
                    <a:pt x="469900" y="2552700"/>
                  </a:cubicBezTo>
                  <a:cubicBezTo>
                    <a:pt x="533400" y="2565400"/>
                    <a:pt x="660400" y="2578100"/>
                    <a:pt x="723900" y="2794000"/>
                  </a:cubicBezTo>
                  <a:cubicBezTo>
                    <a:pt x="736600" y="2882900"/>
                    <a:pt x="736600" y="2933700"/>
                    <a:pt x="698500" y="3175000"/>
                  </a:cubicBezTo>
                  <a:cubicBezTo>
                    <a:pt x="698500" y="3238500"/>
                    <a:pt x="660400" y="3416300"/>
                    <a:pt x="914400" y="3454400"/>
                  </a:cubicBezTo>
                  <a:cubicBezTo>
                    <a:pt x="977900" y="3441700"/>
                    <a:pt x="1193800" y="3467100"/>
                    <a:pt x="1193800" y="2959100"/>
                  </a:cubicBezTo>
                  <a:cubicBezTo>
                    <a:pt x="1193800" y="2857500"/>
                    <a:pt x="1168400" y="2311400"/>
                    <a:pt x="1168400" y="2311400"/>
                  </a:cubicBezTo>
                  <a:cubicBezTo>
                    <a:pt x="1168400" y="2311400"/>
                    <a:pt x="1143000" y="2120900"/>
                    <a:pt x="1092200" y="2070100"/>
                  </a:cubicBezTo>
                  <a:cubicBezTo>
                    <a:pt x="1041400" y="2019300"/>
                    <a:pt x="1016000" y="1905000"/>
                    <a:pt x="584200" y="1905000"/>
                  </a:cubicBezTo>
                  <a:cubicBezTo>
                    <a:pt x="533400" y="1905000"/>
                    <a:pt x="469900" y="1930400"/>
                    <a:pt x="482600" y="1727200"/>
                  </a:cubicBezTo>
                  <a:cubicBezTo>
                    <a:pt x="495300" y="1663700"/>
                    <a:pt x="495300" y="1612900"/>
                    <a:pt x="609600" y="161290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0" name="组合 119"/>
          <p:cNvGrpSpPr>
            <a:grpSpLocks noChangeAspect="1"/>
          </p:cNvGrpSpPr>
          <p:nvPr>
            <p:custDataLst>
              <p:tags r:id="rId23"/>
            </p:custDataLst>
          </p:nvPr>
        </p:nvGrpSpPr>
        <p:grpSpPr>
          <a:xfrm>
            <a:off x="6593060" y="3439795"/>
            <a:ext cx="195234" cy="304800"/>
            <a:chOff x="7668902" y="1161573"/>
            <a:chExt cx="1206752" cy="1883981"/>
          </a:xfrm>
        </p:grpSpPr>
        <p:sp>
          <p:nvSpPr>
            <p:cNvPr id="121" name="任意多边形: 形状 52"/>
            <p:cNvSpPr/>
            <p:nvPr>
              <p:custDataLst>
                <p:tags r:id="rId24"/>
              </p:custDataLst>
            </p:nvPr>
          </p:nvSpPr>
          <p:spPr>
            <a:xfrm>
              <a:off x="7668902" y="1266516"/>
              <a:ext cx="1206752" cy="1779038"/>
            </a:xfrm>
            <a:custGeom>
              <a:avLst/>
              <a:gdLst>
                <a:gd name="connsiteX0" fmla="*/ 684478 w 1206752"/>
                <a:gd name="connsiteY0" fmla="*/ 532642 h 1779038"/>
                <a:gd name="connsiteX1" fmla="*/ 202809 w 1206752"/>
                <a:gd name="connsiteY1" fmla="*/ 956302 h 1779038"/>
                <a:gd name="connsiteX2" fmla="*/ 526616 w 1206752"/>
                <a:gd name="connsiteY2" fmla="*/ 1054277 h 1779038"/>
                <a:gd name="connsiteX3" fmla="*/ 1083331 w 1206752"/>
                <a:gd name="connsiteY3" fmla="*/ 1242 h 1779038"/>
                <a:gd name="connsiteX4" fmla="*/ 1159694 w 1206752"/>
                <a:gd name="connsiteY4" fmla="*/ 21907 h 1779038"/>
                <a:gd name="connsiteX5" fmla="*/ 1206426 w 1206752"/>
                <a:gd name="connsiteY5" fmla="*/ 62249 h 1779038"/>
                <a:gd name="connsiteX6" fmla="*/ 879801 w 1206752"/>
                <a:gd name="connsiteY6" fmla="*/ 1141478 h 1779038"/>
                <a:gd name="connsiteX7" fmla="*/ 987737 w 1206752"/>
                <a:gd name="connsiteY7" fmla="*/ 1174115 h 1779038"/>
                <a:gd name="connsiteX8" fmla="*/ 1010977 w 1206752"/>
                <a:gd name="connsiteY8" fmla="*/ 1226987 h 1779038"/>
                <a:gd name="connsiteX9" fmla="*/ 978340 w 1206752"/>
                <a:gd name="connsiteY9" fmla="*/ 1334922 h 1779038"/>
                <a:gd name="connsiteX10" fmla="*/ 954911 w 1206752"/>
                <a:gd name="connsiteY10" fmla="*/ 1347451 h 1779038"/>
                <a:gd name="connsiteX11" fmla="*/ 930919 w 1206752"/>
                <a:gd name="connsiteY11" fmla="*/ 1340184 h 1779038"/>
                <a:gd name="connsiteX12" fmla="*/ 828997 w 1206752"/>
                <a:gd name="connsiteY12" fmla="*/ 1309363 h 1779038"/>
                <a:gd name="connsiteX13" fmla="*/ 767293 w 1206752"/>
                <a:gd name="connsiteY13" fmla="*/ 1513207 h 1779038"/>
                <a:gd name="connsiteX14" fmla="*/ 766604 w 1206752"/>
                <a:gd name="connsiteY14" fmla="*/ 1558811 h 1779038"/>
                <a:gd name="connsiteX15" fmla="*/ 789845 w 1206752"/>
                <a:gd name="connsiteY15" fmla="*/ 1611683 h 1779038"/>
                <a:gd name="connsiteX16" fmla="*/ 805130 w 1206752"/>
                <a:gd name="connsiteY16" fmla="*/ 1734152 h 1779038"/>
                <a:gd name="connsiteX17" fmla="*/ 772618 w 1206752"/>
                <a:gd name="connsiteY17" fmla="*/ 1776687 h 1779038"/>
                <a:gd name="connsiteX18" fmla="*/ 280989 w 1206752"/>
                <a:gd name="connsiteY18" fmla="*/ 1627908 h 1779038"/>
                <a:gd name="connsiteX19" fmla="*/ 268523 w 1206752"/>
                <a:gd name="connsiteY19" fmla="*/ 1538891 h 1779038"/>
                <a:gd name="connsiteX20" fmla="*/ 347892 w 1206752"/>
                <a:gd name="connsiteY20" fmla="*/ 1471298 h 1779038"/>
                <a:gd name="connsiteX21" fmla="*/ 378587 w 1206752"/>
                <a:gd name="connsiteY21" fmla="*/ 1434776 h 1779038"/>
                <a:gd name="connsiteX22" fmla="*/ 451192 w 1206752"/>
                <a:gd name="connsiteY22" fmla="*/ 1194976 h 1779038"/>
                <a:gd name="connsiteX23" fmla="*/ 31478 w 1206752"/>
                <a:gd name="connsiteY23" fmla="*/ 1067934 h 1779038"/>
                <a:gd name="connsiteX24" fmla="*/ 4604 w 1206752"/>
                <a:gd name="connsiteY24" fmla="*/ 1027090 h 1779038"/>
                <a:gd name="connsiteX25" fmla="*/ 59042 w 1206752"/>
                <a:gd name="connsiteY25" fmla="*/ 847240 h 1779038"/>
                <a:gd name="connsiteX26" fmla="*/ 618263 w 1206752"/>
                <a:gd name="connsiteY26" fmla="*/ 362000 h 1779038"/>
                <a:gd name="connsiteX27" fmla="*/ 1010914 w 1206752"/>
                <a:gd name="connsiteY27" fmla="*/ 16143 h 1779038"/>
                <a:gd name="connsiteX28" fmla="*/ 1083331 w 1206752"/>
                <a:gd name="connsiteY28" fmla="*/ 1242 h 17790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1206752" h="1779038">
                  <a:moveTo>
                    <a:pt x="684478" y="532642"/>
                  </a:moveTo>
                  <a:lnTo>
                    <a:pt x="202809" y="956302"/>
                  </a:lnTo>
                  <a:lnTo>
                    <a:pt x="526616" y="1054277"/>
                  </a:lnTo>
                  <a:close/>
                  <a:moveTo>
                    <a:pt x="1083331" y="1242"/>
                  </a:moveTo>
                  <a:cubicBezTo>
                    <a:pt x="1107699" y="4523"/>
                    <a:pt x="1132726" y="13732"/>
                    <a:pt x="1159694" y="21907"/>
                  </a:cubicBezTo>
                  <a:cubicBezTo>
                    <a:pt x="1213692" y="38257"/>
                    <a:pt x="1206426" y="62249"/>
                    <a:pt x="1206426" y="62249"/>
                  </a:cubicBezTo>
                  <a:lnTo>
                    <a:pt x="879801" y="1141478"/>
                  </a:lnTo>
                  <a:cubicBezTo>
                    <a:pt x="879801" y="1141478"/>
                    <a:pt x="951778" y="1163218"/>
                    <a:pt x="987737" y="1174115"/>
                  </a:cubicBezTo>
                  <a:cubicBezTo>
                    <a:pt x="1023694" y="1185015"/>
                    <a:pt x="1010977" y="1226987"/>
                    <a:pt x="1010977" y="1226987"/>
                  </a:cubicBezTo>
                  <a:cubicBezTo>
                    <a:pt x="1010977" y="1226987"/>
                    <a:pt x="985607" y="1310930"/>
                    <a:pt x="978340" y="1334922"/>
                  </a:cubicBezTo>
                  <a:cubicBezTo>
                    <a:pt x="966876" y="1351084"/>
                    <a:pt x="954911" y="1347451"/>
                    <a:pt x="954911" y="1347451"/>
                  </a:cubicBezTo>
                  <a:lnTo>
                    <a:pt x="930919" y="1340184"/>
                  </a:lnTo>
                  <a:lnTo>
                    <a:pt x="828997" y="1309363"/>
                  </a:lnTo>
                  <a:lnTo>
                    <a:pt x="767293" y="1513207"/>
                  </a:lnTo>
                  <a:cubicBezTo>
                    <a:pt x="767293" y="1513207"/>
                    <a:pt x="764223" y="1545030"/>
                    <a:pt x="766604" y="1558811"/>
                  </a:cubicBezTo>
                  <a:cubicBezTo>
                    <a:pt x="769485" y="1592451"/>
                    <a:pt x="789845" y="1611683"/>
                    <a:pt x="789845" y="1611683"/>
                  </a:cubicBezTo>
                  <a:cubicBezTo>
                    <a:pt x="834134" y="1638244"/>
                    <a:pt x="823296" y="1674201"/>
                    <a:pt x="805130" y="1734152"/>
                  </a:cubicBezTo>
                  <a:cubicBezTo>
                    <a:pt x="786963" y="1794102"/>
                    <a:pt x="772618" y="1776687"/>
                    <a:pt x="772618" y="1776687"/>
                  </a:cubicBezTo>
                  <a:lnTo>
                    <a:pt x="280989" y="1627908"/>
                  </a:lnTo>
                  <a:cubicBezTo>
                    <a:pt x="233004" y="1613374"/>
                    <a:pt x="254115" y="1587064"/>
                    <a:pt x="268523" y="1538891"/>
                  </a:cubicBezTo>
                  <a:cubicBezTo>
                    <a:pt x="283056" y="1490968"/>
                    <a:pt x="318450" y="1482010"/>
                    <a:pt x="347892" y="1471298"/>
                  </a:cubicBezTo>
                  <a:cubicBezTo>
                    <a:pt x="377335" y="1460586"/>
                    <a:pt x="378587" y="1434776"/>
                    <a:pt x="378587" y="1434776"/>
                  </a:cubicBezTo>
                  <a:lnTo>
                    <a:pt x="451192" y="1194976"/>
                  </a:lnTo>
                  <a:cubicBezTo>
                    <a:pt x="451192" y="1194976"/>
                    <a:pt x="79463" y="1082467"/>
                    <a:pt x="31478" y="1067934"/>
                  </a:cubicBezTo>
                  <a:cubicBezTo>
                    <a:pt x="-16445" y="1053463"/>
                    <a:pt x="4604" y="1027090"/>
                    <a:pt x="4604" y="1027090"/>
                  </a:cubicBezTo>
                  <a:lnTo>
                    <a:pt x="59042" y="847240"/>
                  </a:lnTo>
                  <a:lnTo>
                    <a:pt x="618263" y="362000"/>
                  </a:lnTo>
                  <a:cubicBezTo>
                    <a:pt x="618263" y="362000"/>
                    <a:pt x="964620" y="61059"/>
                    <a:pt x="1010914" y="16143"/>
                  </a:cubicBezTo>
                  <a:cubicBezTo>
                    <a:pt x="1035251" y="608"/>
                    <a:pt x="1058962" y="-2039"/>
                    <a:pt x="1083331" y="1242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2" name="任意多边形: 形状 51"/>
            <p:cNvSpPr/>
            <p:nvPr>
              <p:custDataLst>
                <p:tags r:id="rId25"/>
              </p:custDataLst>
            </p:nvPr>
          </p:nvSpPr>
          <p:spPr>
            <a:xfrm>
              <a:off x="7709950" y="1161573"/>
              <a:ext cx="1022488" cy="1792947"/>
            </a:xfrm>
            <a:custGeom>
              <a:avLst/>
              <a:gdLst>
                <a:gd name="connsiteX0" fmla="*/ 508808 w 1022488"/>
                <a:gd name="connsiteY0" fmla="*/ 626749 h 1792947"/>
                <a:gd name="connsiteX1" fmla="*/ 170531 w 1022488"/>
                <a:gd name="connsiteY1" fmla="*/ 1171751 h 1792947"/>
                <a:gd name="connsiteX2" fmla="*/ 508808 w 1022488"/>
                <a:gd name="connsiteY2" fmla="*/ 1171751 h 1792947"/>
                <a:gd name="connsiteX3" fmla="*/ 815763 w 1022488"/>
                <a:gd name="connsiteY3" fmla="*/ 310 h 1792947"/>
                <a:gd name="connsiteX4" fmla="*/ 872142 w 1022488"/>
                <a:gd name="connsiteY4" fmla="*/ 25368 h 1792947"/>
                <a:gd name="connsiteX5" fmla="*/ 872142 w 1022488"/>
                <a:gd name="connsiteY5" fmla="*/ 1152958 h 1792947"/>
                <a:gd name="connsiteX6" fmla="*/ 984901 w 1022488"/>
                <a:gd name="connsiteY6" fmla="*/ 1152958 h 1792947"/>
                <a:gd name="connsiteX7" fmla="*/ 1022488 w 1022488"/>
                <a:gd name="connsiteY7" fmla="*/ 1196808 h 1792947"/>
                <a:gd name="connsiteX8" fmla="*/ 1022488 w 1022488"/>
                <a:gd name="connsiteY8" fmla="*/ 1309567 h 1792947"/>
                <a:gd name="connsiteX9" fmla="*/ 1003694 w 1022488"/>
                <a:gd name="connsiteY9" fmla="*/ 1328360 h 1792947"/>
                <a:gd name="connsiteX10" fmla="*/ 978637 w 1022488"/>
                <a:gd name="connsiteY10" fmla="*/ 1328360 h 1792947"/>
                <a:gd name="connsiteX11" fmla="*/ 872142 w 1022488"/>
                <a:gd name="connsiteY11" fmla="*/ 1328360 h 1792947"/>
                <a:gd name="connsiteX12" fmla="*/ 872142 w 1022488"/>
                <a:gd name="connsiteY12" fmla="*/ 1541349 h 1792947"/>
                <a:gd name="connsiteX13" fmla="*/ 884671 w 1022488"/>
                <a:gd name="connsiteY13" fmla="*/ 1585200 h 1792947"/>
                <a:gd name="connsiteX14" fmla="*/ 922257 w 1022488"/>
                <a:gd name="connsiteY14" fmla="*/ 1629051 h 1792947"/>
                <a:gd name="connsiteX15" fmla="*/ 972372 w 1022488"/>
                <a:gd name="connsiteY15" fmla="*/ 1741810 h 1792947"/>
                <a:gd name="connsiteX16" fmla="*/ 953579 w 1022488"/>
                <a:gd name="connsiteY16" fmla="*/ 1791925 h 1792947"/>
                <a:gd name="connsiteX17" fmla="*/ 439900 w 1022488"/>
                <a:gd name="connsiteY17" fmla="*/ 1791925 h 1792947"/>
                <a:gd name="connsiteX18" fmla="*/ 402314 w 1022488"/>
                <a:gd name="connsiteY18" fmla="*/ 1710488 h 1792947"/>
                <a:gd name="connsiteX19" fmla="*/ 458693 w 1022488"/>
                <a:gd name="connsiteY19" fmla="*/ 1622787 h 1792947"/>
                <a:gd name="connsiteX20" fmla="*/ 477486 w 1022488"/>
                <a:gd name="connsiteY20" fmla="*/ 1578936 h 1792947"/>
                <a:gd name="connsiteX21" fmla="*/ 477486 w 1022488"/>
                <a:gd name="connsiteY21" fmla="*/ 1328360 h 1792947"/>
                <a:gd name="connsiteX22" fmla="*/ 38979 w 1022488"/>
                <a:gd name="connsiteY22" fmla="*/ 1328360 h 1792947"/>
                <a:gd name="connsiteX23" fmla="*/ 1393 w 1022488"/>
                <a:gd name="connsiteY23" fmla="*/ 1297038 h 1792947"/>
                <a:gd name="connsiteX24" fmla="*/ 1393 w 1022488"/>
                <a:gd name="connsiteY24" fmla="*/ 1109107 h 1792947"/>
                <a:gd name="connsiteX25" fmla="*/ 396049 w 1022488"/>
                <a:gd name="connsiteY25" fmla="*/ 482668 h 1792947"/>
                <a:gd name="connsiteX26" fmla="*/ 671682 w 1022488"/>
                <a:gd name="connsiteY26" fmla="*/ 37897 h 1792947"/>
                <a:gd name="connsiteX27" fmla="*/ 815763 w 1022488"/>
                <a:gd name="connsiteY27" fmla="*/ 310 h 179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1022488" h="1792947">
                  <a:moveTo>
                    <a:pt x="508808" y="626749"/>
                  </a:moveTo>
                  <a:lnTo>
                    <a:pt x="170531" y="1171751"/>
                  </a:lnTo>
                  <a:lnTo>
                    <a:pt x="508808" y="1171751"/>
                  </a:lnTo>
                  <a:close/>
                  <a:moveTo>
                    <a:pt x="815763" y="310"/>
                  </a:moveTo>
                  <a:cubicBezTo>
                    <a:pt x="872142" y="310"/>
                    <a:pt x="872142" y="25368"/>
                    <a:pt x="872142" y="25368"/>
                  </a:cubicBezTo>
                  <a:lnTo>
                    <a:pt x="872142" y="1152958"/>
                  </a:lnTo>
                  <a:cubicBezTo>
                    <a:pt x="872142" y="1152958"/>
                    <a:pt x="947315" y="1152958"/>
                    <a:pt x="984901" y="1152958"/>
                  </a:cubicBezTo>
                  <a:cubicBezTo>
                    <a:pt x="1022488" y="1152958"/>
                    <a:pt x="1022488" y="1196808"/>
                    <a:pt x="1022488" y="1196808"/>
                  </a:cubicBezTo>
                  <a:cubicBezTo>
                    <a:pt x="1022488" y="1196808"/>
                    <a:pt x="1022488" y="1284510"/>
                    <a:pt x="1022488" y="1309567"/>
                  </a:cubicBezTo>
                  <a:cubicBezTo>
                    <a:pt x="1016223" y="1328360"/>
                    <a:pt x="1003694" y="1328360"/>
                    <a:pt x="1003694" y="1328360"/>
                  </a:cubicBezTo>
                  <a:lnTo>
                    <a:pt x="978637" y="1328360"/>
                  </a:lnTo>
                  <a:lnTo>
                    <a:pt x="872142" y="1328360"/>
                  </a:lnTo>
                  <a:lnTo>
                    <a:pt x="872142" y="1541349"/>
                  </a:lnTo>
                  <a:cubicBezTo>
                    <a:pt x="872142" y="1541349"/>
                    <a:pt x="878407" y="1572671"/>
                    <a:pt x="884671" y="1585200"/>
                  </a:cubicBezTo>
                  <a:cubicBezTo>
                    <a:pt x="897200" y="1616522"/>
                    <a:pt x="922257" y="1629051"/>
                    <a:pt x="922257" y="1629051"/>
                  </a:cubicBezTo>
                  <a:cubicBezTo>
                    <a:pt x="972372" y="1641580"/>
                    <a:pt x="972372" y="1679166"/>
                    <a:pt x="972372" y="1741810"/>
                  </a:cubicBezTo>
                  <a:cubicBezTo>
                    <a:pt x="972372" y="1804454"/>
                    <a:pt x="953579" y="1791925"/>
                    <a:pt x="953579" y="1791925"/>
                  </a:cubicBezTo>
                  <a:lnTo>
                    <a:pt x="439900" y="1791925"/>
                  </a:lnTo>
                  <a:cubicBezTo>
                    <a:pt x="389785" y="1791925"/>
                    <a:pt x="402314" y="1760603"/>
                    <a:pt x="402314" y="1710488"/>
                  </a:cubicBezTo>
                  <a:cubicBezTo>
                    <a:pt x="402314" y="1660373"/>
                    <a:pt x="433636" y="1641580"/>
                    <a:pt x="458693" y="1622787"/>
                  </a:cubicBezTo>
                  <a:cubicBezTo>
                    <a:pt x="483751" y="1603993"/>
                    <a:pt x="477486" y="1578936"/>
                    <a:pt x="477486" y="1578936"/>
                  </a:cubicBezTo>
                  <a:lnTo>
                    <a:pt x="477486" y="1328360"/>
                  </a:lnTo>
                  <a:cubicBezTo>
                    <a:pt x="477486" y="1328360"/>
                    <a:pt x="89094" y="1328360"/>
                    <a:pt x="38979" y="1328360"/>
                  </a:cubicBezTo>
                  <a:cubicBezTo>
                    <a:pt x="-11136" y="1328360"/>
                    <a:pt x="1393" y="1297038"/>
                    <a:pt x="1393" y="1297038"/>
                  </a:cubicBezTo>
                  <a:lnTo>
                    <a:pt x="1393" y="1109107"/>
                  </a:lnTo>
                  <a:lnTo>
                    <a:pt x="396049" y="482668"/>
                  </a:lnTo>
                  <a:cubicBezTo>
                    <a:pt x="396049" y="482668"/>
                    <a:pt x="640360" y="94276"/>
                    <a:pt x="671682" y="37897"/>
                  </a:cubicBezTo>
                  <a:cubicBezTo>
                    <a:pt x="709268" y="-5954"/>
                    <a:pt x="759383" y="310"/>
                    <a:pt x="815763" y="310"/>
                  </a:cubicBezTo>
                  <a:close/>
                </a:path>
              </a:pathLst>
            </a:custGeom>
            <a:solidFill>
              <a:schemeClr val="accent1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123" name="文本框 122"/>
          <p:cNvSpPr txBox="1"/>
          <p:nvPr>
            <p:custDataLst>
              <p:tags r:id="rId26"/>
            </p:custDataLst>
          </p:nvPr>
        </p:nvSpPr>
        <p:spPr>
          <a:xfrm>
            <a:off x="6919278" y="1828800"/>
            <a:ext cx="4373880" cy="1857375"/>
          </a:xfrm>
          <a:prstGeom prst="rect">
            <a:avLst/>
          </a:prstGeom>
          <a:noFill/>
          <a:effectLst>
            <a:softEdge rad="127000"/>
          </a:effectLst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同法创建方形基体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拉伸凸台创建八角凸台（高 16 mm）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拉伸切除 φ40 中心通孔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花瓣槽与孔系（同凹模方法）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7" name="Picture 16" descr="drawing_die_p1.png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341312" y="4333875"/>
            <a:ext cx="2198429" cy="15544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40678" y="6069330"/>
            <a:ext cx="25603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凹模工程图</a:t>
            </a:r>
          </a:p>
        </p:txBody>
      </p:sp>
      <p:pic>
        <p:nvPicPr>
          <p:cNvPr id="19" name="Picture 18" descr="drawing_punch_p1.png"/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3257233" y="4333875"/>
            <a:ext cx="2198469" cy="15544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3110548" y="6069330"/>
            <a:ext cx="25603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凸模工程图</a:t>
            </a:r>
          </a:p>
        </p:txBody>
      </p:sp>
      <p:pic>
        <p:nvPicPr>
          <p:cNvPr id="21" name="Picture 20" descr="凹模三维图.png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5942648" y="4254500"/>
            <a:ext cx="2651943" cy="15544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03938" y="5964555"/>
            <a:ext cx="25603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凹模三维模型</a:t>
            </a:r>
          </a:p>
        </p:txBody>
      </p:sp>
      <p:pic>
        <p:nvPicPr>
          <p:cNvPr id="23" name="Picture 22" descr="凸模三维图.png"/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081770" y="4164330"/>
            <a:ext cx="2498725" cy="1541145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9082087" y="5919470"/>
            <a:ext cx="256032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凸模三维模型</a:t>
            </a:r>
          </a:p>
        </p:txBody>
      </p:sp>
      <p:grpSp>
        <p:nvGrpSpPr>
          <p:cNvPr id="25" name="组合 24"/>
          <p:cNvGrpSpPr/>
          <p:nvPr userDrawn="1">
            <p:custDataLst>
              <p:tags r:id="rId3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5" name="任意多边形: 形状 8"/>
            <p:cNvSpPr/>
            <p:nvPr>
              <p:custDataLst>
                <p:tags r:id="rId3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等腰三角形 35"/>
            <p:cNvSpPr/>
            <p:nvPr>
              <p:custDataLst>
                <p:tags r:id="rId3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125" name="组合 124"/>
          <p:cNvGrpSpPr/>
          <p:nvPr userDrawn="1">
            <p:custDataLst>
              <p:tags r:id="rId34"/>
            </p:custDataLst>
          </p:nvPr>
        </p:nvGrpSpPr>
        <p:grpSpPr>
          <a:xfrm>
            <a:off x="4128597" y="6172200"/>
            <a:ext cx="8190403" cy="812800"/>
            <a:chOff x="4001597" y="5613400"/>
            <a:chExt cx="8190403" cy="1244600"/>
          </a:xfrm>
        </p:grpSpPr>
        <p:sp>
          <p:nvSpPr>
            <p:cNvPr id="126" name="任意多边形: 形状 8"/>
            <p:cNvSpPr/>
            <p:nvPr>
              <p:custDataLst>
                <p:tags r:id="rId35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7" name="等腰三角形 126"/>
            <p:cNvSpPr/>
            <p:nvPr>
              <p:custDataLst>
                <p:tags r:id="rId36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3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加工工艺分析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5486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13550" y="182880"/>
            <a:ext cx="36576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3030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841565" y="475488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工艺基准选择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838" y="960120"/>
            <a:ext cx="10728655" cy="10972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86173" y="6446520"/>
            <a:ext cx="822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6 / 18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838" y="1371600"/>
            <a:ext cx="4937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1838" y="1371600"/>
            <a:ext cx="493776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14718" y="1417320"/>
            <a:ext cx="4572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粗基准</a:t>
            </a:r>
          </a:p>
        </p:txBody>
      </p:sp>
      <p:sp>
        <p:nvSpPr>
          <p:cNvPr id="119" name="Title 6"/>
          <p:cNvSpPr txBox="1"/>
          <p:nvPr>
            <p:custDataLst>
              <p:tags r:id="rId1"/>
            </p:custDataLst>
          </p:nvPr>
        </p:nvSpPr>
        <p:spPr>
          <a:xfrm>
            <a:off x="868998" y="1965960"/>
            <a:ext cx="4663440" cy="633095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251460" lvl="0" indent="-25146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凸模  毛坯大平面 → 铣平后作为精基准</a:t>
            </a:r>
            <a:endParaRPr sz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251460" lvl="0" indent="-251460" algn="l" fontAlgn="ctr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SzPct val="80000"/>
              <a:buFont typeface="Wingdings" panose="05000000000000000000" charset="0"/>
              <a:buChar char="l"/>
            </a:pPr>
            <a:r>
              <a:rPr sz="1200" spc="160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凹模  毛坯顶面 → 先铣底面形成基准面 A</a:t>
            </a:r>
            <a:endParaRPr sz="1200" spc="160" dirty="0">
              <a:solidFill>
                <a:schemeClr val="tx1">
                  <a:lumMod val="75000"/>
                  <a:lumOff val="25000"/>
                </a:schemeClr>
              </a:solidFill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31838" y="3063240"/>
            <a:ext cx="493776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838" y="3063240"/>
            <a:ext cx="493776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14718" y="3108960"/>
            <a:ext cx="4572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精基准</a:t>
            </a:r>
          </a:p>
        </p:txBody>
      </p:sp>
      <p:grpSp>
        <p:nvGrpSpPr>
          <p:cNvPr id="88" name="组合 87"/>
          <p:cNvGrpSpPr>
            <a:grpSpLocks noChangeAspect="1"/>
          </p:cNvGrpSpPr>
          <p:nvPr>
            <p:custDataLst>
              <p:tags r:id="rId2"/>
            </p:custDataLst>
          </p:nvPr>
        </p:nvGrpSpPr>
        <p:grpSpPr>
          <a:xfrm>
            <a:off x="868998" y="3666716"/>
            <a:ext cx="304800" cy="304349"/>
            <a:chOff x="836313" y="1281817"/>
            <a:chExt cx="1905000" cy="1902179"/>
          </a:xfrm>
        </p:grpSpPr>
        <p:sp>
          <p:nvSpPr>
            <p:cNvPr id="89" name="任意多边形: 形状 1"/>
            <p:cNvSpPr/>
            <p:nvPr>
              <p:custDataLst>
                <p:tags r:id="rId3"/>
              </p:custDataLst>
            </p:nvPr>
          </p:nvSpPr>
          <p:spPr>
            <a:xfrm>
              <a:off x="1612041" y="1484447"/>
              <a:ext cx="0" cy="0"/>
            </a:xfrm>
            <a:custGeom>
              <a:avLst/>
              <a:gdLst/>
              <a:ahLst/>
              <a:cxnLst/>
              <a:rect l="0" t="0" r="0" b="0"/>
              <a:pathLst>
                <a:path w="1" h="1">
                  <a:moveTo>
                    <a:pt x="0" y="0"/>
                  </a:moveTo>
                  <a:close/>
                </a:path>
              </a:pathLst>
            </a:custGeom>
            <a:solidFill>
              <a:srgbClr val="F13C73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FF0000"/>
                </a:solidFill>
              </a:endParaRPr>
            </a:p>
          </p:txBody>
        </p:sp>
        <p:grpSp>
          <p:nvGrpSpPr>
            <p:cNvPr id="90" name="组合 89"/>
            <p:cNvGrpSpPr/>
            <p:nvPr/>
          </p:nvGrpSpPr>
          <p:grpSpPr>
            <a:xfrm>
              <a:off x="836313" y="1281817"/>
              <a:ext cx="1905000" cy="1902179"/>
              <a:chOff x="659130" y="612140"/>
              <a:chExt cx="5146039" cy="5138420"/>
            </a:xfrm>
          </p:grpSpPr>
          <p:sp>
            <p:nvSpPr>
              <p:cNvPr id="91" name="任意多边形: 形状 2"/>
              <p:cNvSpPr/>
              <p:nvPr>
                <p:custDataLst>
                  <p:tags r:id="rId4"/>
                </p:custDataLst>
              </p:nvPr>
            </p:nvSpPr>
            <p:spPr>
              <a:xfrm>
                <a:off x="659130" y="927100"/>
                <a:ext cx="5146039" cy="4457700"/>
              </a:xfrm>
              <a:custGeom>
                <a:avLst/>
                <a:gdLst>
                  <a:gd name="connsiteX0" fmla="*/ 3859530 w 5146040"/>
                  <a:gd name="connsiteY0" fmla="*/ 0 h 4457700"/>
                  <a:gd name="connsiteX1" fmla="*/ 1286510 w 5146040"/>
                  <a:gd name="connsiteY1" fmla="*/ 0 h 4457700"/>
                  <a:gd name="connsiteX2" fmla="*/ 0 w 5146040"/>
                  <a:gd name="connsiteY2" fmla="*/ 2228850 h 4457700"/>
                  <a:gd name="connsiteX3" fmla="*/ 1286510 w 5146040"/>
                  <a:gd name="connsiteY3" fmla="*/ 4457700 h 4457700"/>
                  <a:gd name="connsiteX4" fmla="*/ 3859530 w 5146040"/>
                  <a:gd name="connsiteY4" fmla="*/ 4457700 h 4457700"/>
                  <a:gd name="connsiteX5" fmla="*/ 5146040 w 5146040"/>
                  <a:gd name="connsiteY5" fmla="*/ 2228850 h 4457700"/>
                  <a:gd name="connsiteX6" fmla="*/ 3859530 w 5146040"/>
                  <a:gd name="connsiteY6" fmla="*/ 0 h 445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46040" h="4457700">
                    <a:moveTo>
                      <a:pt x="3859530" y="0"/>
                    </a:moveTo>
                    <a:lnTo>
                      <a:pt x="1286510" y="0"/>
                    </a:lnTo>
                    <a:lnTo>
                      <a:pt x="0" y="2228850"/>
                    </a:lnTo>
                    <a:lnTo>
                      <a:pt x="1286510" y="4457700"/>
                    </a:lnTo>
                    <a:lnTo>
                      <a:pt x="3859530" y="4457700"/>
                    </a:lnTo>
                    <a:lnTo>
                      <a:pt x="5146040" y="2228850"/>
                    </a:lnTo>
                    <a:lnTo>
                      <a:pt x="3859530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1">
                      <a:lumMod val="40000"/>
                      <a:lumOff val="60000"/>
                    </a:schemeClr>
                  </a:solidFill>
                </a:endParaRPr>
              </a:p>
            </p:txBody>
          </p:sp>
          <p:sp>
            <p:nvSpPr>
              <p:cNvPr id="92" name="任意多边形: 形状 3"/>
              <p:cNvSpPr/>
              <p:nvPr>
                <p:custDataLst>
                  <p:tags r:id="rId5"/>
                </p:custDataLst>
              </p:nvPr>
            </p:nvSpPr>
            <p:spPr>
              <a:xfrm>
                <a:off x="688340" y="709930"/>
                <a:ext cx="5036820" cy="4892040"/>
              </a:xfrm>
              <a:custGeom>
                <a:avLst/>
                <a:gdLst>
                  <a:gd name="connsiteX0" fmla="*/ 5036820 w 5036820"/>
                  <a:gd name="connsiteY0" fmla="*/ 1916430 h 4892040"/>
                  <a:gd name="connsiteX1" fmla="*/ 3319780 w 5036820"/>
                  <a:gd name="connsiteY1" fmla="*/ 0 h 4892040"/>
                  <a:gd name="connsiteX2" fmla="*/ 800100 w 5036820"/>
                  <a:gd name="connsiteY2" fmla="*/ 529590 h 4892040"/>
                  <a:gd name="connsiteX3" fmla="*/ 0 w 5036820"/>
                  <a:gd name="connsiteY3" fmla="*/ 2975610 h 4892040"/>
                  <a:gd name="connsiteX4" fmla="*/ 1717040 w 5036820"/>
                  <a:gd name="connsiteY4" fmla="*/ 4892040 h 4892040"/>
                  <a:gd name="connsiteX5" fmla="*/ 4236720 w 5036820"/>
                  <a:gd name="connsiteY5" fmla="*/ 4362450 h 4892040"/>
                  <a:gd name="connsiteX6" fmla="*/ 5036820 w 5036820"/>
                  <a:gd name="connsiteY6" fmla="*/ 1916430 h 4892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36820" h="4892040">
                    <a:moveTo>
                      <a:pt x="5036820" y="1916430"/>
                    </a:moveTo>
                    <a:lnTo>
                      <a:pt x="3319780" y="0"/>
                    </a:lnTo>
                    <a:lnTo>
                      <a:pt x="800100" y="529590"/>
                    </a:lnTo>
                    <a:lnTo>
                      <a:pt x="0" y="2975610"/>
                    </a:lnTo>
                    <a:lnTo>
                      <a:pt x="1717040" y="4892040"/>
                    </a:lnTo>
                    <a:lnTo>
                      <a:pt x="4236720" y="4362450"/>
                    </a:lnTo>
                    <a:lnTo>
                      <a:pt x="5036820" y="191643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1">
                      <a:lumMod val="60000"/>
                      <a:lumOff val="40000"/>
                    </a:schemeClr>
                  </a:solidFill>
                </a:endParaRPr>
              </a:p>
            </p:txBody>
          </p:sp>
          <p:sp>
            <p:nvSpPr>
              <p:cNvPr id="93" name="任意多边形: 形状 4"/>
              <p:cNvSpPr/>
              <p:nvPr>
                <p:custDataLst>
                  <p:tags r:id="rId6"/>
                </p:custDataLst>
              </p:nvPr>
            </p:nvSpPr>
            <p:spPr>
              <a:xfrm>
                <a:off x="885190" y="612140"/>
                <a:ext cx="4592320" cy="5138420"/>
              </a:xfrm>
              <a:custGeom>
                <a:avLst/>
                <a:gdLst>
                  <a:gd name="connsiteX0" fmla="*/ 4451350 w 4592320"/>
                  <a:gd name="connsiteY0" fmla="*/ 3976370 h 5138420"/>
                  <a:gd name="connsiteX1" fmla="*/ 4592320 w 4592320"/>
                  <a:gd name="connsiteY1" fmla="*/ 1405890 h 5138420"/>
                  <a:gd name="connsiteX2" fmla="*/ 2437130 w 4592320"/>
                  <a:gd name="connsiteY2" fmla="*/ 0 h 5138420"/>
                  <a:gd name="connsiteX3" fmla="*/ 140970 w 4592320"/>
                  <a:gd name="connsiteY3" fmla="*/ 1162050 h 5138420"/>
                  <a:gd name="connsiteX4" fmla="*/ 0 w 4592320"/>
                  <a:gd name="connsiteY4" fmla="*/ 3732530 h 5138420"/>
                  <a:gd name="connsiteX5" fmla="*/ 2155190 w 4592320"/>
                  <a:gd name="connsiteY5" fmla="*/ 5138420 h 5138420"/>
                  <a:gd name="connsiteX6" fmla="*/ 4451350 w 4592320"/>
                  <a:gd name="connsiteY6" fmla="*/ 3976370 h 5138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92320" h="5138420">
                    <a:moveTo>
                      <a:pt x="4451350" y="3976370"/>
                    </a:moveTo>
                    <a:lnTo>
                      <a:pt x="4592320" y="1405890"/>
                    </a:lnTo>
                    <a:lnTo>
                      <a:pt x="2437130" y="0"/>
                    </a:lnTo>
                    <a:lnTo>
                      <a:pt x="140970" y="1162050"/>
                    </a:lnTo>
                    <a:lnTo>
                      <a:pt x="0" y="3732530"/>
                    </a:lnTo>
                    <a:lnTo>
                      <a:pt x="2155190" y="5138420"/>
                    </a:lnTo>
                    <a:lnTo>
                      <a:pt x="4451350" y="3976370"/>
                    </a:lnTo>
                  </a:path>
                </a:pathLst>
              </a:custGeom>
              <a:solidFill>
                <a:schemeClr val="accent1"/>
              </a:solidFill>
              <a:ln w="6350" cap="flat" cmpd="sng" algn="ctr">
                <a:noFill/>
                <a:prstDash val="solid"/>
                <a:miter lim="800000"/>
              </a:ln>
              <a:effectLst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94" name="任意多边形: 形状 6"/>
            <p:cNvSpPr/>
            <p:nvPr>
              <p:custDataLst>
                <p:tags r:id="rId7"/>
              </p:custDataLst>
            </p:nvPr>
          </p:nvSpPr>
          <p:spPr>
            <a:xfrm>
              <a:off x="1463477" y="1643353"/>
              <a:ext cx="652552" cy="1156540"/>
            </a:xfrm>
            <a:custGeom>
              <a:avLst/>
              <a:gdLst/>
              <a:ahLst/>
              <a:cxnLst/>
              <a:rect l="0" t="0" r="0" b="0"/>
              <a:pathLst>
                <a:path w="1762761" h="3124201">
                  <a:moveTo>
                    <a:pt x="765810" y="34290"/>
                  </a:moveTo>
                  <a:lnTo>
                    <a:pt x="1103630" y="33020"/>
                  </a:lnTo>
                  <a:cubicBezTo>
                    <a:pt x="1132840" y="33020"/>
                    <a:pt x="1158240" y="25400"/>
                    <a:pt x="1178560" y="13970"/>
                  </a:cubicBezTo>
                  <a:cubicBezTo>
                    <a:pt x="1201420" y="0"/>
                    <a:pt x="1230630" y="15240"/>
                    <a:pt x="1230630" y="41910"/>
                  </a:cubicBezTo>
                  <a:lnTo>
                    <a:pt x="1242060" y="2278380"/>
                  </a:lnTo>
                  <a:cubicBezTo>
                    <a:pt x="1236980" y="2548890"/>
                    <a:pt x="1291590" y="2602230"/>
                    <a:pt x="1357630" y="2600960"/>
                  </a:cubicBezTo>
                  <a:lnTo>
                    <a:pt x="1607820" y="2599690"/>
                  </a:lnTo>
                  <a:cubicBezTo>
                    <a:pt x="1691640" y="2599690"/>
                    <a:pt x="1761490" y="2667000"/>
                    <a:pt x="1761490" y="2752090"/>
                  </a:cubicBezTo>
                  <a:lnTo>
                    <a:pt x="1762760" y="2962910"/>
                  </a:lnTo>
                  <a:cubicBezTo>
                    <a:pt x="1762760" y="3046730"/>
                    <a:pt x="1695451" y="3116580"/>
                    <a:pt x="1610360" y="3116580"/>
                  </a:cubicBezTo>
                  <a:lnTo>
                    <a:pt x="166371" y="3124200"/>
                  </a:lnTo>
                  <a:cubicBezTo>
                    <a:pt x="82550" y="3124200"/>
                    <a:pt x="12700" y="3056890"/>
                    <a:pt x="12700" y="2971800"/>
                  </a:cubicBezTo>
                  <a:lnTo>
                    <a:pt x="11430" y="2760980"/>
                  </a:lnTo>
                  <a:cubicBezTo>
                    <a:pt x="11430" y="2677160"/>
                    <a:pt x="78740" y="2607310"/>
                    <a:pt x="163830" y="2607310"/>
                  </a:cubicBezTo>
                  <a:lnTo>
                    <a:pt x="389890" y="2606040"/>
                  </a:lnTo>
                  <a:cubicBezTo>
                    <a:pt x="473710" y="2606040"/>
                    <a:pt x="542290" y="2537460"/>
                    <a:pt x="542290" y="2452370"/>
                  </a:cubicBezTo>
                  <a:lnTo>
                    <a:pt x="534670" y="969010"/>
                  </a:lnTo>
                  <a:cubicBezTo>
                    <a:pt x="534670" y="862330"/>
                    <a:pt x="426720" y="788670"/>
                    <a:pt x="326390" y="826770"/>
                  </a:cubicBezTo>
                  <a:cubicBezTo>
                    <a:pt x="276860" y="845820"/>
                    <a:pt x="238760" y="858520"/>
                    <a:pt x="204470" y="869950"/>
                  </a:cubicBezTo>
                  <a:cubicBezTo>
                    <a:pt x="106680" y="902970"/>
                    <a:pt x="3810" y="831850"/>
                    <a:pt x="2540" y="727710"/>
                  </a:cubicBezTo>
                  <a:cubicBezTo>
                    <a:pt x="2540" y="687070"/>
                    <a:pt x="1270" y="647700"/>
                    <a:pt x="1270" y="613410"/>
                  </a:cubicBezTo>
                  <a:cubicBezTo>
                    <a:pt x="0" y="554990"/>
                    <a:pt x="33020" y="502920"/>
                    <a:pt x="83820" y="476250"/>
                  </a:cubicBezTo>
                  <a:cubicBezTo>
                    <a:pt x="307340" y="360680"/>
                    <a:pt x="496570" y="269240"/>
                    <a:pt x="651510" y="87630"/>
                  </a:cubicBezTo>
                  <a:cubicBezTo>
                    <a:pt x="679450" y="54610"/>
                    <a:pt x="721360" y="34290"/>
                    <a:pt x="765810" y="3429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rgbClr val="FF0000"/>
                </a:solidFill>
              </a:endParaRPr>
            </a:p>
          </p:txBody>
        </p:sp>
      </p:grpSp>
      <p:grpSp>
        <p:nvGrpSpPr>
          <p:cNvPr id="95" name="组合 94"/>
          <p:cNvGrpSpPr>
            <a:grpSpLocks noChangeAspect="1"/>
          </p:cNvGrpSpPr>
          <p:nvPr>
            <p:custDataLst>
              <p:tags r:id="rId8"/>
            </p:custDataLst>
          </p:nvPr>
        </p:nvGrpSpPr>
        <p:grpSpPr>
          <a:xfrm>
            <a:off x="868998" y="4200751"/>
            <a:ext cx="304800" cy="304349"/>
            <a:chOff x="2995313" y="1281817"/>
            <a:chExt cx="1905000" cy="1902179"/>
          </a:xfrm>
        </p:grpSpPr>
        <p:grpSp>
          <p:nvGrpSpPr>
            <p:cNvPr id="96" name="组合 95"/>
            <p:cNvGrpSpPr/>
            <p:nvPr/>
          </p:nvGrpSpPr>
          <p:grpSpPr>
            <a:xfrm>
              <a:off x="2995313" y="1281817"/>
              <a:ext cx="1905000" cy="1902179"/>
              <a:chOff x="595630" y="612140"/>
              <a:chExt cx="5146040" cy="5138420"/>
            </a:xfrm>
          </p:grpSpPr>
          <p:sp>
            <p:nvSpPr>
              <p:cNvPr id="97" name="任意多边形: 形状 8"/>
              <p:cNvSpPr/>
              <p:nvPr>
                <p:custDataLst>
                  <p:tags r:id="rId9"/>
                </p:custDataLst>
              </p:nvPr>
            </p:nvSpPr>
            <p:spPr>
              <a:xfrm>
                <a:off x="595630" y="927100"/>
                <a:ext cx="5146040" cy="4457700"/>
              </a:xfrm>
              <a:custGeom>
                <a:avLst/>
                <a:gdLst>
                  <a:gd name="connsiteX0" fmla="*/ 3859530 w 5146040"/>
                  <a:gd name="connsiteY0" fmla="*/ 0 h 4457700"/>
                  <a:gd name="connsiteX1" fmla="*/ 1286510 w 5146040"/>
                  <a:gd name="connsiteY1" fmla="*/ 0 h 4457700"/>
                  <a:gd name="connsiteX2" fmla="*/ 0 w 5146040"/>
                  <a:gd name="connsiteY2" fmla="*/ 2228850 h 4457700"/>
                  <a:gd name="connsiteX3" fmla="*/ 1286510 w 5146040"/>
                  <a:gd name="connsiteY3" fmla="*/ 4457700 h 4457700"/>
                  <a:gd name="connsiteX4" fmla="*/ 3859530 w 5146040"/>
                  <a:gd name="connsiteY4" fmla="*/ 4457700 h 4457700"/>
                  <a:gd name="connsiteX5" fmla="*/ 5146040 w 5146040"/>
                  <a:gd name="connsiteY5" fmla="*/ 2228850 h 4457700"/>
                  <a:gd name="connsiteX6" fmla="*/ 3859530 w 5146040"/>
                  <a:gd name="connsiteY6" fmla="*/ 0 h 44577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46040" h="4457700">
                    <a:moveTo>
                      <a:pt x="3859530" y="0"/>
                    </a:moveTo>
                    <a:lnTo>
                      <a:pt x="1286510" y="0"/>
                    </a:lnTo>
                    <a:lnTo>
                      <a:pt x="0" y="2228850"/>
                    </a:lnTo>
                    <a:lnTo>
                      <a:pt x="1286510" y="4457700"/>
                    </a:lnTo>
                    <a:lnTo>
                      <a:pt x="3859530" y="4457700"/>
                    </a:lnTo>
                    <a:lnTo>
                      <a:pt x="5146040" y="2228850"/>
                    </a:lnTo>
                    <a:lnTo>
                      <a:pt x="3859530" y="0"/>
                    </a:lnTo>
                  </a:path>
                </a:pathLst>
              </a:custGeom>
              <a:solidFill>
                <a:schemeClr val="accent1">
                  <a:lumMod val="20000"/>
                  <a:lumOff val="8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8" name="任意多边形: 形状 9"/>
              <p:cNvSpPr/>
              <p:nvPr>
                <p:custDataLst>
                  <p:tags r:id="rId10"/>
                </p:custDataLst>
              </p:nvPr>
            </p:nvSpPr>
            <p:spPr>
              <a:xfrm>
                <a:off x="624840" y="709930"/>
                <a:ext cx="5036820" cy="4892040"/>
              </a:xfrm>
              <a:custGeom>
                <a:avLst/>
                <a:gdLst>
                  <a:gd name="connsiteX0" fmla="*/ 5036820 w 5036820"/>
                  <a:gd name="connsiteY0" fmla="*/ 1916430 h 4892040"/>
                  <a:gd name="connsiteX1" fmla="*/ 3319780 w 5036820"/>
                  <a:gd name="connsiteY1" fmla="*/ 0 h 4892040"/>
                  <a:gd name="connsiteX2" fmla="*/ 800100 w 5036820"/>
                  <a:gd name="connsiteY2" fmla="*/ 529590 h 4892040"/>
                  <a:gd name="connsiteX3" fmla="*/ 0 w 5036820"/>
                  <a:gd name="connsiteY3" fmla="*/ 2975610 h 4892040"/>
                  <a:gd name="connsiteX4" fmla="*/ 1717040 w 5036820"/>
                  <a:gd name="connsiteY4" fmla="*/ 4892040 h 4892040"/>
                  <a:gd name="connsiteX5" fmla="*/ 4236720 w 5036820"/>
                  <a:gd name="connsiteY5" fmla="*/ 4362450 h 4892040"/>
                  <a:gd name="connsiteX6" fmla="*/ 5036820 w 5036820"/>
                  <a:gd name="connsiteY6" fmla="*/ 1916430 h 489204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036820" h="4892040">
                    <a:moveTo>
                      <a:pt x="5036820" y="1916430"/>
                    </a:moveTo>
                    <a:lnTo>
                      <a:pt x="3319780" y="0"/>
                    </a:lnTo>
                    <a:lnTo>
                      <a:pt x="800100" y="529590"/>
                    </a:lnTo>
                    <a:lnTo>
                      <a:pt x="0" y="2975610"/>
                    </a:lnTo>
                    <a:lnTo>
                      <a:pt x="1717040" y="4892040"/>
                    </a:lnTo>
                    <a:lnTo>
                      <a:pt x="4236720" y="4362450"/>
                    </a:lnTo>
                    <a:lnTo>
                      <a:pt x="5036820" y="1916430"/>
                    </a:lnTo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  <p:sp>
            <p:nvSpPr>
              <p:cNvPr id="99" name="任意多边形: 形状 10"/>
              <p:cNvSpPr/>
              <p:nvPr>
                <p:custDataLst>
                  <p:tags r:id="rId11"/>
                </p:custDataLst>
              </p:nvPr>
            </p:nvSpPr>
            <p:spPr>
              <a:xfrm>
                <a:off x="821690" y="612140"/>
                <a:ext cx="4592320" cy="5138420"/>
              </a:xfrm>
              <a:custGeom>
                <a:avLst/>
                <a:gdLst>
                  <a:gd name="connsiteX0" fmla="*/ 4451350 w 4592320"/>
                  <a:gd name="connsiteY0" fmla="*/ 3976370 h 5138420"/>
                  <a:gd name="connsiteX1" fmla="*/ 4592320 w 4592320"/>
                  <a:gd name="connsiteY1" fmla="*/ 1405890 h 5138420"/>
                  <a:gd name="connsiteX2" fmla="*/ 2437130 w 4592320"/>
                  <a:gd name="connsiteY2" fmla="*/ 0 h 5138420"/>
                  <a:gd name="connsiteX3" fmla="*/ 140970 w 4592320"/>
                  <a:gd name="connsiteY3" fmla="*/ 1162050 h 5138420"/>
                  <a:gd name="connsiteX4" fmla="*/ 0 w 4592320"/>
                  <a:gd name="connsiteY4" fmla="*/ 3732530 h 5138420"/>
                  <a:gd name="connsiteX5" fmla="*/ 2155190 w 4592320"/>
                  <a:gd name="connsiteY5" fmla="*/ 5138420 h 5138420"/>
                  <a:gd name="connsiteX6" fmla="*/ 4451350 w 4592320"/>
                  <a:gd name="connsiteY6" fmla="*/ 3976370 h 513842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92320" h="5138420">
                    <a:moveTo>
                      <a:pt x="4451350" y="3976370"/>
                    </a:moveTo>
                    <a:lnTo>
                      <a:pt x="4592320" y="1405890"/>
                    </a:lnTo>
                    <a:lnTo>
                      <a:pt x="2437130" y="0"/>
                    </a:lnTo>
                    <a:lnTo>
                      <a:pt x="140970" y="1162050"/>
                    </a:lnTo>
                    <a:lnTo>
                      <a:pt x="0" y="3732530"/>
                    </a:lnTo>
                    <a:lnTo>
                      <a:pt x="2155190" y="5138420"/>
                    </a:lnTo>
                    <a:lnTo>
                      <a:pt x="4451350" y="3976370"/>
                    </a:lnTo>
                  </a:path>
                </a:pathLst>
              </a:custGeom>
              <a:solidFill>
                <a:schemeClr val="accent1"/>
              </a:solidFill>
              <a:ln w="6350" cap="flat" cmpd="sng" algn="ctr">
                <a:noFill/>
                <a:prstDash val="solid"/>
                <a:miter lim="800000"/>
              </a:ln>
              <a:effectLst/>
              <a:extLst>
                <a:ext uri="{91240B29-F687-4F45-9708-019B960494DF}">
                  <a14:hiddenLine xmlns:a14="http://schemas.microsoft.com/office/drawing/2010/main" w="6350">
                    <a:solidFill>
                      <a:schemeClr val="accent1"/>
                    </a:solidFill>
                    <a:prstDash val="solid"/>
                    <a:miter lim="800000"/>
                    <a:headEnd/>
                    <a:tailEnd/>
                  </a14:hiddenLine>
                </a:ext>
              </a:extLst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sp>
          <p:nvSpPr>
            <p:cNvPr id="100" name="任意多边形: 形状 12"/>
            <p:cNvSpPr/>
            <p:nvPr>
              <p:custDataLst>
                <p:tags r:id="rId12"/>
              </p:custDataLst>
            </p:nvPr>
          </p:nvSpPr>
          <p:spPr>
            <a:xfrm>
              <a:off x="3599441" y="1633480"/>
              <a:ext cx="697685" cy="1087900"/>
            </a:xfrm>
            <a:custGeom>
              <a:avLst/>
              <a:gdLst/>
              <a:ahLst/>
              <a:cxnLst/>
              <a:rect l="0" t="0" r="0" b="0"/>
              <a:pathLst>
                <a:path w="1884680" h="2938781">
                  <a:moveTo>
                    <a:pt x="417830" y="1035050"/>
                  </a:moveTo>
                  <a:lnTo>
                    <a:pt x="132080" y="979170"/>
                  </a:lnTo>
                  <a:cubicBezTo>
                    <a:pt x="52070" y="963930"/>
                    <a:pt x="0" y="885190"/>
                    <a:pt x="17780" y="806450"/>
                  </a:cubicBezTo>
                  <a:cubicBezTo>
                    <a:pt x="134620" y="271780"/>
                    <a:pt x="443230" y="3810"/>
                    <a:pt x="943610" y="1270"/>
                  </a:cubicBezTo>
                  <a:cubicBezTo>
                    <a:pt x="1236980" y="0"/>
                    <a:pt x="1460500" y="80010"/>
                    <a:pt x="1615440" y="242570"/>
                  </a:cubicBezTo>
                  <a:cubicBezTo>
                    <a:pt x="1769110" y="405130"/>
                    <a:pt x="1846580" y="604520"/>
                    <a:pt x="1847850" y="839470"/>
                  </a:cubicBezTo>
                  <a:cubicBezTo>
                    <a:pt x="1849120" y="1082040"/>
                    <a:pt x="1765300" y="1320800"/>
                    <a:pt x="1597660" y="1553210"/>
                  </a:cubicBezTo>
                  <a:cubicBezTo>
                    <a:pt x="1478280" y="1718310"/>
                    <a:pt x="1285240" y="1903730"/>
                    <a:pt x="1016000" y="2108200"/>
                  </a:cubicBezTo>
                  <a:cubicBezTo>
                    <a:pt x="905510" y="2193290"/>
                    <a:pt x="966470" y="2369820"/>
                    <a:pt x="1104900" y="2369820"/>
                  </a:cubicBezTo>
                  <a:lnTo>
                    <a:pt x="1617979" y="2367280"/>
                  </a:lnTo>
                  <a:cubicBezTo>
                    <a:pt x="1766570" y="2366010"/>
                    <a:pt x="1884679" y="2493010"/>
                    <a:pt x="1873250" y="2641600"/>
                  </a:cubicBezTo>
                  <a:lnTo>
                    <a:pt x="1861820" y="2797810"/>
                  </a:lnTo>
                  <a:cubicBezTo>
                    <a:pt x="1855470" y="2874010"/>
                    <a:pt x="1793240" y="2932430"/>
                    <a:pt x="1717040" y="2932430"/>
                  </a:cubicBezTo>
                  <a:lnTo>
                    <a:pt x="147320" y="2938780"/>
                  </a:lnTo>
                  <a:cubicBezTo>
                    <a:pt x="67310" y="2938780"/>
                    <a:pt x="1270" y="2874010"/>
                    <a:pt x="1270" y="2794000"/>
                  </a:cubicBezTo>
                  <a:lnTo>
                    <a:pt x="0" y="2440940"/>
                  </a:lnTo>
                  <a:cubicBezTo>
                    <a:pt x="0" y="2399030"/>
                    <a:pt x="17780" y="2358390"/>
                    <a:pt x="49530" y="2330450"/>
                  </a:cubicBezTo>
                  <a:cubicBezTo>
                    <a:pt x="547370" y="1897380"/>
                    <a:pt x="859790" y="1590040"/>
                    <a:pt x="985520" y="1408430"/>
                  </a:cubicBezTo>
                  <a:cubicBezTo>
                    <a:pt x="1116330" y="1220470"/>
                    <a:pt x="1181100" y="1042670"/>
                    <a:pt x="1179830" y="875030"/>
                  </a:cubicBezTo>
                  <a:cubicBezTo>
                    <a:pt x="1178560" y="635000"/>
                    <a:pt x="1087120" y="515620"/>
                    <a:pt x="906780" y="516890"/>
                  </a:cubicBezTo>
                  <a:cubicBezTo>
                    <a:pt x="797560" y="516890"/>
                    <a:pt x="718820" y="565150"/>
                    <a:pt x="669290" y="660400"/>
                  </a:cubicBezTo>
                  <a:cubicBezTo>
                    <a:pt x="635000" y="726440"/>
                    <a:pt x="608330" y="811530"/>
                    <a:pt x="590550" y="916940"/>
                  </a:cubicBezTo>
                  <a:cubicBezTo>
                    <a:pt x="575310" y="996950"/>
                    <a:pt x="497840" y="1050290"/>
                    <a:pt x="417830" y="1035050"/>
                  </a:cubicBezTo>
                  <a:close/>
                </a:path>
              </a:pathLst>
            </a:custGeom>
            <a:solidFill>
              <a:srgbClr val="FFFFFF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  <a:headEnd/>
                  <a:tailEnd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2400">
                <a:solidFill>
                  <a:schemeClr val="accent1">
                    <a:lumMod val="60000"/>
                    <a:lumOff val="40000"/>
                  </a:schemeClr>
                </a:solidFill>
              </a:endParaRPr>
            </a:p>
          </p:txBody>
        </p:sp>
      </p:grpSp>
      <p:sp>
        <p:nvSpPr>
          <p:cNvPr id="101" name="文本框 100"/>
          <p:cNvSpPr txBox="1"/>
          <p:nvPr>
            <p:custDataLst>
              <p:tags r:id="rId13"/>
            </p:custDataLst>
          </p:nvPr>
        </p:nvSpPr>
        <p:spPr>
          <a:xfrm>
            <a:off x="1249998" y="3657600"/>
            <a:ext cx="4282440" cy="778510"/>
          </a:xfrm>
          <a:prstGeom prst="rect">
            <a:avLst/>
          </a:prstGeom>
          <a:noFill/>
        </p:spPr>
        <p:txBody>
          <a:bodyPr wrap="square" lIns="101600" tIns="0" rIns="82550" bIns="0" rtlCol="0" anchor="t" anchorCtr="0">
            <a:spAutoFit/>
          </a:bodyPr>
          <a:lstStyle>
            <a:defPPr>
              <a:defRPr lang="zh-CN"/>
            </a:defPPr>
            <a:lvl1pPr fontAlgn="auto">
              <a:lnSpc>
                <a:spcPct val="130000"/>
              </a:lnSpc>
              <a:spcAft>
                <a:spcPts val="1000"/>
              </a:spcAft>
              <a:defRPr sz="1600" spc="150"/>
            </a:lvl1pPr>
          </a:lstStyle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统一以底面 A 为主定位基准（基准统一原则）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0" indent="0" algn="l" fontAlgn="ctr">
              <a:lnSpc>
                <a:spcPct val="130000"/>
              </a:lnSpc>
              <a:spcBef>
                <a:spcPts val="2335"/>
              </a:spcBef>
              <a:spcAft>
                <a:spcPts val="0"/>
              </a:spcAft>
              <a:buSzPct val="100000"/>
              <a:buNone/>
            </a:pPr>
            <a:r>
              <a:rPr lang="zh-CN" altLang="en-US" sz="1200" spc="30" dirty="0">
                <a:ln w="3175">
                  <a:noFill/>
                  <a:prstDash val="dash"/>
                </a:ln>
                <a:solidFill>
                  <a:sysClr val="windowText" lastClr="000000">
                    <a:lumMod val="75000"/>
                    <a:lumOff val="25000"/>
                  </a:sysClr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相邻两侧面构成直角基准边 → G54 对刀参考</a:t>
            </a:r>
            <a:endParaRPr lang="zh-CN" altLang="en-US" sz="1200" spc="30" dirty="0">
              <a:ln w="3175">
                <a:noFill/>
                <a:prstDash val="dash"/>
              </a:ln>
              <a:solidFill>
                <a:sysClr val="windowText" lastClr="000000">
                  <a:lumMod val="75000"/>
                  <a:lumOff val="25000"/>
                </a:sysClr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218238" y="1371600"/>
            <a:ext cx="5120640" cy="4572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18238" y="1371600"/>
            <a:ext cx="512064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solidFill>
                <a:schemeClr val="accent1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1118" y="1417320"/>
            <a:ext cx="475488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工艺六大原则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46838" y="203454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998" y="224523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① 先面后孔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998" y="203454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07158" y="224523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② 先粗后精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46838" y="304038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998" y="325107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③ 基准重合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869998" y="304038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007158" y="325107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④ 基准统一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46838" y="404622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998" y="425691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⑤ 粗精分开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69998" y="4046220"/>
            <a:ext cx="2103120" cy="731520"/>
          </a:xfrm>
          <a:prstGeom prst="roundRect">
            <a:avLst/>
          </a:prstGeom>
          <a:solidFill>
            <a:srgbClr val="EDF1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7158" y="4256913"/>
            <a:ext cx="18288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⑥ 热处理居中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18" y="0"/>
            <a:ext cx="12191695" cy="54864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838" y="182880"/>
            <a:ext cx="9144000" cy="260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PROCESS ROUTE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550" y="182880"/>
            <a:ext cx="36576" cy="106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" b="0">
                <a:solidFill>
                  <a:srgbClr val="30303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5" name="Rectangle 4"/>
          <p:cNvSpPr/>
          <p:nvPr/>
        </p:nvSpPr>
        <p:spPr>
          <a:xfrm>
            <a:off x="676974" y="201168"/>
            <a:ext cx="45720" cy="237744"/>
          </a:xfrm>
          <a:prstGeom prst="rect">
            <a:avLst/>
          </a:prstGeom>
          <a:solidFill>
            <a:srgbClr val="1235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565" y="475488"/>
            <a:ext cx="100584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01820"/>
                </a:solidFill>
                <a:latin typeface="微软雅黑" panose="020B0503020204020204" charset="-122"/>
              </a:defRPr>
            </a:pPr>
            <a:r>
              <a:t>工艺路线设计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838" y="960120"/>
            <a:ext cx="10728655" cy="10972"/>
          </a:xfrm>
          <a:prstGeom prst="rect">
            <a:avLst/>
          </a:prstGeom>
          <a:solidFill>
            <a:srgbClr val="C9CD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86173" y="6446520"/>
            <a:ext cx="822960" cy="229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F7275"/>
                </a:solidFill>
                <a:latin typeface="微软雅黑" panose="020B0503020204020204" charset="-122"/>
              </a:defRPr>
            </a:pPr>
            <a:r>
              <a:t>7 / 18</a:t>
            </a:r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732155" y="1371600"/>
            <a:ext cx="5212080" cy="4175125"/>
          </a:xfrm>
          <a:prstGeom prst="roundRect">
            <a:avLst>
              <a:gd name="adj" fmla="val 971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>
            <p:custDataLst>
              <p:tags r:id="rId2"/>
            </p:custDataLst>
          </p:nvPr>
        </p:nvSpPr>
        <p:spPr>
          <a:xfrm>
            <a:off x="731838" y="1371600"/>
            <a:ext cx="521208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914718" y="1417320"/>
            <a:ext cx="48463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凸模工艺路线 · 12 道工序</a:t>
            </a:r>
          </a:p>
        </p:txBody>
      </p:sp>
      <p:sp>
        <p:nvSpPr>
          <p:cNvPr id="13" name="Rectangle 12"/>
          <p:cNvSpPr/>
          <p:nvPr>
            <p:custDataLst>
              <p:tags r:id="rId4"/>
            </p:custDataLst>
          </p:nvPr>
        </p:nvSpPr>
        <p:spPr>
          <a:xfrm>
            <a:off x="6218555" y="1371600"/>
            <a:ext cx="5212080" cy="4175125"/>
          </a:xfrm>
          <a:prstGeom prst="roundRect">
            <a:avLst>
              <a:gd name="adj" fmla="val 7372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>
            <p:custDataLst>
              <p:tags r:id="rId5"/>
            </p:custDataLst>
          </p:nvPr>
        </p:nvSpPr>
        <p:spPr>
          <a:xfrm>
            <a:off x="6218238" y="1371600"/>
            <a:ext cx="521208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6"/>
            </p:custDataLst>
          </p:nvPr>
        </p:nvSpPr>
        <p:spPr>
          <a:xfrm>
            <a:off x="6401118" y="1417320"/>
            <a:ext cx="48463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凹模工艺路线 · 13 道工序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618" y="5829300"/>
            <a:ext cx="10698480" cy="457200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480185" y="5883910"/>
            <a:ext cx="907161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✦  热处理居中　　✦  粗精分开　　✦  最终磨削修正变形</a:t>
            </a:r>
          </a:p>
        </p:txBody>
      </p:sp>
      <p:sp>
        <p:nvSpPr>
          <p:cNvPr id="20" name="任意多边形 19"/>
          <p:cNvSpPr/>
          <p:nvPr>
            <p:custDataLst>
              <p:tags r:id="rId7"/>
            </p:custDataLst>
          </p:nvPr>
        </p:nvSpPr>
        <p:spPr>
          <a:xfrm>
            <a:off x="1042035" y="2498725"/>
            <a:ext cx="190500" cy="180975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285">
                <a:moveTo>
                  <a:pt x="215" y="0"/>
                </a:moveTo>
                <a:cubicBezTo>
                  <a:pt x="266" y="24"/>
                  <a:pt x="300" y="76"/>
                  <a:pt x="300" y="135"/>
                </a:cubicBezTo>
                <a:cubicBezTo>
                  <a:pt x="300" y="218"/>
                  <a:pt x="233" y="285"/>
                  <a:pt x="150" y="285"/>
                </a:cubicBezTo>
                <a:cubicBezTo>
                  <a:pt x="67" y="285"/>
                  <a:pt x="0" y="218"/>
                  <a:pt x="0" y="135"/>
                </a:cubicBezTo>
                <a:cubicBezTo>
                  <a:pt x="0" y="76"/>
                  <a:pt x="34" y="24"/>
                  <a:pt x="8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>
            <p:custDataLst>
              <p:tags r:id="rId8"/>
            </p:custDataLst>
          </p:nvPr>
        </p:nvSpPr>
        <p:spPr>
          <a:xfrm>
            <a:off x="1095613" y="2496563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9"/>
            </p:custDataLst>
          </p:nvPr>
        </p:nvSpPr>
        <p:spPr>
          <a:xfrm>
            <a:off x="1308735" y="2470369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下料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10"/>
            </p:custDataLst>
          </p:nvPr>
        </p:nvSpPr>
        <p:spPr>
          <a:xfrm>
            <a:off x="1042035" y="269875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1"/>
            </p:custDataLst>
          </p:nvPr>
        </p:nvSpPr>
        <p:spPr>
          <a:xfrm>
            <a:off x="1095613" y="270648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12"/>
            </p:custDataLst>
          </p:nvPr>
        </p:nvSpPr>
        <p:spPr>
          <a:xfrm>
            <a:off x="1308735" y="2680290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铣上下平面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13"/>
            </p:custDataLst>
          </p:nvPr>
        </p:nvSpPr>
        <p:spPr>
          <a:xfrm>
            <a:off x="1042035" y="290893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14"/>
            </p:custDataLst>
          </p:nvPr>
        </p:nvSpPr>
        <p:spPr>
          <a:xfrm>
            <a:off x="1095613" y="2916406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8" name="文本框 27"/>
          <p:cNvSpPr txBox="1"/>
          <p:nvPr>
            <p:custDataLst>
              <p:tags r:id="rId15"/>
            </p:custDataLst>
          </p:nvPr>
        </p:nvSpPr>
        <p:spPr>
          <a:xfrm>
            <a:off x="1308735" y="2890212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铣四周侧面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16"/>
            </p:custDataLst>
          </p:nvPr>
        </p:nvSpPr>
        <p:spPr>
          <a:xfrm>
            <a:off x="1042035" y="311912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C94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文本框 29"/>
          <p:cNvSpPr txBox="1"/>
          <p:nvPr>
            <p:custDataLst>
              <p:tags r:id="rId17"/>
            </p:custDataLst>
          </p:nvPr>
        </p:nvSpPr>
        <p:spPr>
          <a:xfrm>
            <a:off x="1095613" y="3126327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" name="文本框 30"/>
          <p:cNvSpPr txBox="1"/>
          <p:nvPr>
            <p:custDataLst>
              <p:tags r:id="rId18"/>
            </p:custDataLst>
          </p:nvPr>
        </p:nvSpPr>
        <p:spPr>
          <a:xfrm>
            <a:off x="1308735" y="3100133"/>
            <a:ext cx="125589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调质热处理</a:t>
            </a:r>
            <a:r>
              <a:rPr lang="en-US" alt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19"/>
            </p:custDataLst>
          </p:nvPr>
        </p:nvSpPr>
        <p:spPr>
          <a:xfrm>
            <a:off x="1042035" y="332867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0"/>
            </p:custDataLst>
          </p:nvPr>
        </p:nvSpPr>
        <p:spPr>
          <a:xfrm>
            <a:off x="1095613" y="3336249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21"/>
            </p:custDataLst>
          </p:nvPr>
        </p:nvSpPr>
        <p:spPr>
          <a:xfrm>
            <a:off x="1308735" y="3310055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数控粗铣正面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22"/>
            </p:custDataLst>
          </p:nvPr>
        </p:nvSpPr>
        <p:spPr>
          <a:xfrm>
            <a:off x="1042035" y="353885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文本框 35"/>
          <p:cNvSpPr txBox="1"/>
          <p:nvPr>
            <p:custDataLst>
              <p:tags r:id="rId23"/>
            </p:custDataLst>
          </p:nvPr>
        </p:nvSpPr>
        <p:spPr>
          <a:xfrm>
            <a:off x="1095613" y="3546170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24"/>
            </p:custDataLst>
          </p:nvPr>
        </p:nvSpPr>
        <p:spPr>
          <a:xfrm>
            <a:off x="1308735" y="3519976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数控粗铣凹槽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任意多边形 37"/>
          <p:cNvSpPr/>
          <p:nvPr>
            <p:custDataLst>
              <p:tags r:id="rId25"/>
            </p:custDataLst>
          </p:nvPr>
        </p:nvSpPr>
        <p:spPr>
          <a:xfrm>
            <a:off x="1042035" y="374840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26"/>
            </p:custDataLst>
          </p:nvPr>
        </p:nvSpPr>
        <p:spPr>
          <a:xfrm>
            <a:off x="1095613" y="3756092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27"/>
            </p:custDataLst>
          </p:nvPr>
        </p:nvSpPr>
        <p:spPr>
          <a:xfrm>
            <a:off x="1308735" y="3729898"/>
            <a:ext cx="12002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数控精铣正面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任意多边形 40"/>
          <p:cNvSpPr/>
          <p:nvPr>
            <p:custDataLst>
              <p:tags r:id="rId28"/>
            </p:custDataLst>
          </p:nvPr>
        </p:nvSpPr>
        <p:spPr>
          <a:xfrm>
            <a:off x="1042035" y="395859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29"/>
            </p:custDataLst>
          </p:nvPr>
        </p:nvSpPr>
        <p:spPr>
          <a:xfrm>
            <a:off x="1095613" y="3966013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文本框 42"/>
          <p:cNvSpPr txBox="1"/>
          <p:nvPr>
            <p:custDataLst>
              <p:tags r:id="rId30"/>
            </p:custDataLst>
          </p:nvPr>
        </p:nvSpPr>
        <p:spPr>
          <a:xfrm>
            <a:off x="1308735" y="3939819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铣反面凸台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4" name="任意多边形 43"/>
          <p:cNvSpPr/>
          <p:nvPr>
            <p:custDataLst>
              <p:tags r:id="rId31"/>
            </p:custDataLst>
          </p:nvPr>
        </p:nvSpPr>
        <p:spPr>
          <a:xfrm>
            <a:off x="1042035" y="416877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32"/>
            </p:custDataLst>
          </p:nvPr>
        </p:nvSpPr>
        <p:spPr>
          <a:xfrm>
            <a:off x="1095613" y="417594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3"/>
            </p:custDataLst>
          </p:nvPr>
        </p:nvSpPr>
        <p:spPr>
          <a:xfrm>
            <a:off x="1308735" y="4149751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钻镗孔系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" name="任意多边形 46"/>
          <p:cNvSpPr/>
          <p:nvPr>
            <p:custDataLst>
              <p:tags r:id="rId34"/>
            </p:custDataLst>
          </p:nvPr>
        </p:nvSpPr>
        <p:spPr>
          <a:xfrm>
            <a:off x="1042035" y="437832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5"/>
            </p:custDataLst>
          </p:nvPr>
        </p:nvSpPr>
        <p:spPr>
          <a:xfrm>
            <a:off x="1054017" y="4385866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36"/>
            </p:custDataLst>
          </p:nvPr>
        </p:nvSpPr>
        <p:spPr>
          <a:xfrm>
            <a:off x="1308735" y="4359672"/>
            <a:ext cx="6858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锪沉孔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任意多边形 49"/>
          <p:cNvSpPr/>
          <p:nvPr>
            <p:custDataLst>
              <p:tags r:id="rId37"/>
            </p:custDataLst>
          </p:nvPr>
        </p:nvSpPr>
        <p:spPr>
          <a:xfrm>
            <a:off x="1042035" y="458851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38"/>
            </p:custDataLst>
          </p:nvPr>
        </p:nvSpPr>
        <p:spPr>
          <a:xfrm>
            <a:off x="1054017" y="4595787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39"/>
            </p:custDataLst>
          </p:nvPr>
        </p:nvSpPr>
        <p:spPr>
          <a:xfrm>
            <a:off x="1308735" y="4569593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钳工去毛刺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40"/>
            </p:custDataLst>
          </p:nvPr>
        </p:nvSpPr>
        <p:spPr>
          <a:xfrm>
            <a:off x="1042035" y="4798060"/>
            <a:ext cx="190500" cy="180975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285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09"/>
                  <a:pt x="266" y="261"/>
                  <a:pt x="215" y="285"/>
                </a:cubicBezTo>
                <a:lnTo>
                  <a:pt x="85" y="285"/>
                </a:lnTo>
                <a:cubicBezTo>
                  <a:pt x="34" y="261"/>
                  <a:pt x="0" y="209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1"/>
            </p:custDataLst>
          </p:nvPr>
        </p:nvSpPr>
        <p:spPr>
          <a:xfrm>
            <a:off x="1054017" y="4805709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2"/>
            </p:custDataLst>
          </p:nvPr>
        </p:nvSpPr>
        <p:spPr>
          <a:xfrm>
            <a:off x="1308735" y="4779515"/>
            <a:ext cx="148307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平面精磨</a:t>
            </a:r>
            <a:r>
              <a:rPr lang="en-US" altLang="zh-CN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终检</a:t>
            </a:r>
            <a:endParaRPr lang="zh-CN" altLang="en-US"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6" name="任意多边形 55"/>
          <p:cNvSpPr/>
          <p:nvPr>
            <p:custDataLst>
              <p:tags r:id="rId43"/>
            </p:custDataLst>
          </p:nvPr>
        </p:nvSpPr>
        <p:spPr>
          <a:xfrm>
            <a:off x="6663690" y="2522855"/>
            <a:ext cx="190500" cy="17272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272">
                <a:moveTo>
                  <a:pt x="237" y="0"/>
                </a:moveTo>
                <a:cubicBezTo>
                  <a:pt x="275" y="27"/>
                  <a:pt x="300" y="72"/>
                  <a:pt x="300" y="122"/>
                </a:cubicBezTo>
                <a:cubicBezTo>
                  <a:pt x="300" y="205"/>
                  <a:pt x="233" y="272"/>
                  <a:pt x="150" y="272"/>
                </a:cubicBezTo>
                <a:cubicBezTo>
                  <a:pt x="67" y="272"/>
                  <a:pt x="0" y="205"/>
                  <a:pt x="0" y="122"/>
                </a:cubicBezTo>
                <a:cubicBezTo>
                  <a:pt x="0" y="72"/>
                  <a:pt x="25" y="27"/>
                  <a:pt x="6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44"/>
            </p:custDataLst>
          </p:nvPr>
        </p:nvSpPr>
        <p:spPr>
          <a:xfrm>
            <a:off x="6717268" y="2512587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5"/>
            </p:custDataLst>
          </p:nvPr>
        </p:nvSpPr>
        <p:spPr>
          <a:xfrm>
            <a:off x="6930390" y="2486393"/>
            <a:ext cx="5144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备料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9" name="任意多边形 58"/>
          <p:cNvSpPr/>
          <p:nvPr>
            <p:custDataLst>
              <p:tags r:id="rId46"/>
            </p:custDataLst>
          </p:nvPr>
        </p:nvSpPr>
        <p:spPr>
          <a:xfrm>
            <a:off x="6663690" y="269875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0" name="文本框 59"/>
          <p:cNvSpPr txBox="1"/>
          <p:nvPr>
            <p:custDataLst>
              <p:tags r:id="rId47"/>
            </p:custDataLst>
          </p:nvPr>
        </p:nvSpPr>
        <p:spPr>
          <a:xfrm>
            <a:off x="6717268" y="270636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1" name="文本框 60"/>
          <p:cNvSpPr txBox="1"/>
          <p:nvPr>
            <p:custDataLst>
              <p:tags r:id="rId48"/>
            </p:custDataLst>
          </p:nvPr>
        </p:nvSpPr>
        <p:spPr>
          <a:xfrm>
            <a:off x="6930390" y="268017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粗铣底面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2" name="任意多边形 61"/>
          <p:cNvSpPr/>
          <p:nvPr>
            <p:custDataLst>
              <p:tags r:id="rId49"/>
            </p:custDataLst>
          </p:nvPr>
        </p:nvSpPr>
        <p:spPr>
          <a:xfrm>
            <a:off x="6663690" y="289242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3" name="文本框 62"/>
          <p:cNvSpPr txBox="1"/>
          <p:nvPr>
            <p:custDataLst>
              <p:tags r:id="rId50"/>
            </p:custDataLst>
          </p:nvPr>
        </p:nvSpPr>
        <p:spPr>
          <a:xfrm>
            <a:off x="6717268" y="2900140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文本框 63"/>
          <p:cNvSpPr txBox="1"/>
          <p:nvPr>
            <p:custDataLst>
              <p:tags r:id="rId51"/>
            </p:custDataLst>
          </p:nvPr>
        </p:nvSpPr>
        <p:spPr>
          <a:xfrm>
            <a:off x="6930390" y="2873947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粗铣顶面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5" name="任意多边形 64"/>
          <p:cNvSpPr/>
          <p:nvPr>
            <p:custDataLst>
              <p:tags r:id="rId52"/>
            </p:custDataLst>
          </p:nvPr>
        </p:nvSpPr>
        <p:spPr>
          <a:xfrm>
            <a:off x="6663690" y="308673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6" name="文本框 65"/>
          <p:cNvSpPr txBox="1"/>
          <p:nvPr>
            <p:custDataLst>
              <p:tags r:id="rId53"/>
            </p:custDataLst>
          </p:nvPr>
        </p:nvSpPr>
        <p:spPr>
          <a:xfrm>
            <a:off x="6717268" y="3093907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4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" name="文本框 66"/>
          <p:cNvSpPr txBox="1"/>
          <p:nvPr>
            <p:custDataLst>
              <p:tags r:id="rId54"/>
            </p:custDataLst>
          </p:nvPr>
        </p:nvSpPr>
        <p:spPr>
          <a:xfrm>
            <a:off x="6930390" y="3067714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粗铣外轮廓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8" name="任意多边形 67"/>
          <p:cNvSpPr/>
          <p:nvPr>
            <p:custDataLst>
              <p:tags r:id="rId55"/>
            </p:custDataLst>
          </p:nvPr>
        </p:nvSpPr>
        <p:spPr>
          <a:xfrm>
            <a:off x="6663690" y="328041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9" name="文本框 68"/>
          <p:cNvSpPr txBox="1"/>
          <p:nvPr>
            <p:custDataLst>
              <p:tags r:id="rId56"/>
            </p:custDataLst>
          </p:nvPr>
        </p:nvSpPr>
        <p:spPr>
          <a:xfrm>
            <a:off x="6717268" y="328768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5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/>
          <p:cNvSpPr txBox="1"/>
          <p:nvPr>
            <p:custDataLst>
              <p:tags r:id="rId57"/>
            </p:custDataLst>
          </p:nvPr>
        </p:nvSpPr>
        <p:spPr>
          <a:xfrm>
            <a:off x="6930390" y="326149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粗铣型腔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任意多边形 70"/>
          <p:cNvSpPr/>
          <p:nvPr>
            <p:custDataLst>
              <p:tags r:id="rId58"/>
            </p:custDataLst>
          </p:nvPr>
        </p:nvSpPr>
        <p:spPr>
          <a:xfrm>
            <a:off x="6663690" y="347408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rgbClr val="FFC94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/>
          <p:cNvSpPr txBox="1"/>
          <p:nvPr>
            <p:custDataLst>
              <p:tags r:id="rId59"/>
            </p:custDataLst>
          </p:nvPr>
        </p:nvSpPr>
        <p:spPr>
          <a:xfrm>
            <a:off x="6717268" y="3481460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endParaRPr sz="10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/>
          <p:cNvSpPr txBox="1"/>
          <p:nvPr>
            <p:custDataLst>
              <p:tags r:id="rId60"/>
            </p:custDataLst>
          </p:nvPr>
        </p:nvSpPr>
        <p:spPr>
          <a:xfrm>
            <a:off x="6930390" y="3455267"/>
            <a:ext cx="912990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热处理</a:t>
            </a:r>
            <a:r>
              <a:rPr lang="en-US" altLang="zh-CN"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4" name="任意多边形 73"/>
          <p:cNvSpPr/>
          <p:nvPr>
            <p:custDataLst>
              <p:tags r:id="rId61"/>
            </p:custDataLst>
          </p:nvPr>
        </p:nvSpPr>
        <p:spPr>
          <a:xfrm>
            <a:off x="6663690" y="366776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5" name="文本框 74"/>
          <p:cNvSpPr txBox="1"/>
          <p:nvPr>
            <p:custDataLst>
              <p:tags r:id="rId62"/>
            </p:custDataLst>
          </p:nvPr>
        </p:nvSpPr>
        <p:spPr>
          <a:xfrm>
            <a:off x="6717268" y="3675237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7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6" name="文本框 75"/>
          <p:cNvSpPr txBox="1"/>
          <p:nvPr>
            <p:custDataLst>
              <p:tags r:id="rId63"/>
            </p:custDataLst>
          </p:nvPr>
        </p:nvSpPr>
        <p:spPr>
          <a:xfrm>
            <a:off x="6930390" y="3649043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精铣顶面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7" name="任意多边形 76"/>
          <p:cNvSpPr/>
          <p:nvPr>
            <p:custDataLst>
              <p:tags r:id="rId64"/>
            </p:custDataLst>
          </p:nvPr>
        </p:nvSpPr>
        <p:spPr>
          <a:xfrm>
            <a:off x="6663690" y="386143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8" name="文本框 77"/>
          <p:cNvSpPr txBox="1"/>
          <p:nvPr>
            <p:custDataLst>
              <p:tags r:id="rId65"/>
            </p:custDataLst>
          </p:nvPr>
        </p:nvSpPr>
        <p:spPr>
          <a:xfrm>
            <a:off x="6717268" y="3869004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8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9" name="文本框 78"/>
          <p:cNvSpPr txBox="1"/>
          <p:nvPr>
            <p:custDataLst>
              <p:tags r:id="rId66"/>
            </p:custDataLst>
          </p:nvPr>
        </p:nvSpPr>
        <p:spPr>
          <a:xfrm>
            <a:off x="6930390" y="3842810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精铣外轮廓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0" name="任意多边形 79"/>
          <p:cNvSpPr/>
          <p:nvPr>
            <p:custDataLst>
              <p:tags r:id="rId67"/>
            </p:custDataLst>
          </p:nvPr>
        </p:nvSpPr>
        <p:spPr>
          <a:xfrm>
            <a:off x="6663690" y="405511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1" name="文本框 80"/>
          <p:cNvSpPr txBox="1"/>
          <p:nvPr>
            <p:custDataLst>
              <p:tags r:id="rId68"/>
            </p:custDataLst>
          </p:nvPr>
        </p:nvSpPr>
        <p:spPr>
          <a:xfrm>
            <a:off x="6717268" y="4062781"/>
            <a:ext cx="2166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9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2" name="文本框 81"/>
          <p:cNvSpPr txBox="1"/>
          <p:nvPr>
            <p:custDataLst>
              <p:tags r:id="rId69"/>
            </p:custDataLst>
          </p:nvPr>
        </p:nvSpPr>
        <p:spPr>
          <a:xfrm>
            <a:off x="6930390" y="4036587"/>
            <a:ext cx="102877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孔位预定位</a:t>
            </a:r>
            <a:endParaRPr sz="135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3" name="任意多边形 82"/>
          <p:cNvSpPr/>
          <p:nvPr>
            <p:custDataLst>
              <p:tags r:id="rId70"/>
            </p:custDataLst>
          </p:nvPr>
        </p:nvSpPr>
        <p:spPr>
          <a:xfrm>
            <a:off x="6663690" y="424878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4" name="文本框 83"/>
          <p:cNvSpPr txBox="1"/>
          <p:nvPr>
            <p:custDataLst>
              <p:tags r:id="rId71"/>
            </p:custDataLst>
          </p:nvPr>
        </p:nvSpPr>
        <p:spPr>
          <a:xfrm>
            <a:off x="6675673" y="4256557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10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5" name="文本框 84"/>
          <p:cNvSpPr txBox="1"/>
          <p:nvPr>
            <p:custDataLst>
              <p:tags r:id="rId72"/>
            </p:custDataLst>
          </p:nvPr>
        </p:nvSpPr>
        <p:spPr>
          <a:xfrm>
            <a:off x="6930390" y="4230364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钻扩铰孔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6" name="任意多边形 85"/>
          <p:cNvSpPr/>
          <p:nvPr>
            <p:custDataLst>
              <p:tags r:id="rId73"/>
            </p:custDataLst>
          </p:nvPr>
        </p:nvSpPr>
        <p:spPr>
          <a:xfrm>
            <a:off x="6663690" y="4443095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7" name="文本框 86"/>
          <p:cNvSpPr txBox="1"/>
          <p:nvPr>
            <p:custDataLst>
              <p:tags r:id="rId74"/>
            </p:custDataLst>
          </p:nvPr>
        </p:nvSpPr>
        <p:spPr>
          <a:xfrm>
            <a:off x="6675673" y="4450334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11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8" name="文本框 87"/>
          <p:cNvSpPr txBox="1"/>
          <p:nvPr>
            <p:custDataLst>
              <p:tags r:id="rId75"/>
            </p:custDataLst>
          </p:nvPr>
        </p:nvSpPr>
        <p:spPr>
          <a:xfrm>
            <a:off x="6930390" y="4424140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精铣型腔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9" name="任意多边形 88"/>
          <p:cNvSpPr/>
          <p:nvPr>
            <p:custDataLst>
              <p:tags r:id="rId76"/>
            </p:custDataLst>
          </p:nvPr>
        </p:nvSpPr>
        <p:spPr>
          <a:xfrm>
            <a:off x="6663690" y="4636770"/>
            <a:ext cx="190500" cy="19050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300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33"/>
                  <a:pt x="233" y="300"/>
                  <a:pt x="150" y="300"/>
                </a:cubicBezTo>
                <a:cubicBezTo>
                  <a:pt x="67" y="300"/>
                  <a:pt x="0" y="233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0" name="文本框 89"/>
          <p:cNvSpPr txBox="1"/>
          <p:nvPr>
            <p:custDataLst>
              <p:tags r:id="rId77"/>
            </p:custDataLst>
          </p:nvPr>
        </p:nvSpPr>
        <p:spPr>
          <a:xfrm>
            <a:off x="6675673" y="4644101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12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1" name="文本框 90"/>
          <p:cNvSpPr txBox="1"/>
          <p:nvPr>
            <p:custDataLst>
              <p:tags r:id="rId78"/>
            </p:custDataLst>
          </p:nvPr>
        </p:nvSpPr>
        <p:spPr>
          <a:xfrm>
            <a:off x="6930390" y="4617907"/>
            <a:ext cx="857326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铣台阶面</a:t>
            </a:r>
            <a:endParaRPr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2" name="任意多边形 91"/>
          <p:cNvSpPr/>
          <p:nvPr>
            <p:custDataLst>
              <p:tags r:id="rId79"/>
            </p:custDataLst>
          </p:nvPr>
        </p:nvSpPr>
        <p:spPr>
          <a:xfrm>
            <a:off x="6663690" y="4830445"/>
            <a:ext cx="190500" cy="172720"/>
          </a:xfrm>
          <a:custGeom>
            <a:avLst/>
            <a:gdLst>
              <a:gd name="sw" fmla="*/ 1 w 300"/>
              <a:gd name="sh" fmla="*/ 1 h 300"/>
              <a:gd name="mins" fmla="min sw sh"/>
              <a:gd name="dsw" fmla="+- 0 sw mins"/>
              <a:gd name="dsh" fmla="+- 0 sh mins"/>
              <a:gd name="p0x0" fmla="*/ 150 w 300"/>
              <a:gd name="p0y0" fmla="*/ 0 h 300"/>
              <a:gd name="p0x1" fmla="*/ 232 w 300"/>
              <a:gd name="p0y1" fmla="*/ 0 h 300"/>
              <a:gd name="p0x2" fmla="*/ 300 w 300"/>
              <a:gd name="p0y2" fmla="*/ 67 h 300"/>
              <a:gd name="p0x3" fmla="*/ 300 w 300"/>
              <a:gd name="p0y3" fmla="*/ 150 h 300"/>
              <a:gd name="p0x4" fmla="*/ 300 w 300"/>
              <a:gd name="p0y4" fmla="*/ 232 h 300"/>
              <a:gd name="p0x5" fmla="*/ 232 w 300"/>
              <a:gd name="p0y5" fmla="*/ 300 h 300"/>
              <a:gd name="p0x6" fmla="*/ 150 w 300"/>
              <a:gd name="p0y6" fmla="*/ 300 h 300"/>
              <a:gd name="p0x7" fmla="*/ 67 w 300"/>
              <a:gd name="p0y7" fmla="*/ 300 h 300"/>
              <a:gd name="p0x8" fmla="*/ 0 w 300"/>
              <a:gd name="p0y8" fmla="*/ 232 h 300"/>
              <a:gd name="p0x9" fmla="*/ 0 w 300"/>
              <a:gd name="p0y9" fmla="*/ 150 h 300"/>
              <a:gd name="p0x10" fmla="*/ 0 w 300"/>
              <a:gd name="p0y10" fmla="*/ 67 h 300"/>
              <a:gd name="p0x11" fmla="*/ 67 w 300"/>
              <a:gd name="p0y11" fmla="*/ 0 h 300"/>
              <a:gd name="p0x12" fmla="*/ 150 w 300"/>
              <a:gd name="p0y12" fmla="*/ 0 h 300"/>
            </a:gdLst>
            <a:ahLst/>
            <a:cxnLst/>
            <a:pathLst>
              <a:path w="300" h="272">
                <a:moveTo>
                  <a:pt x="150" y="0"/>
                </a:moveTo>
                <a:cubicBezTo>
                  <a:pt x="233" y="0"/>
                  <a:pt x="300" y="67"/>
                  <a:pt x="300" y="150"/>
                </a:cubicBezTo>
                <a:cubicBezTo>
                  <a:pt x="300" y="200"/>
                  <a:pt x="275" y="245"/>
                  <a:pt x="237" y="272"/>
                </a:cubicBezTo>
                <a:lnTo>
                  <a:pt x="63" y="272"/>
                </a:lnTo>
                <a:cubicBezTo>
                  <a:pt x="25" y="245"/>
                  <a:pt x="0" y="200"/>
                  <a:pt x="0" y="150"/>
                </a:cubicBezTo>
                <a:cubicBezTo>
                  <a:pt x="0" y="67"/>
                  <a:pt x="67" y="0"/>
                  <a:pt x="15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3" name="文本框 92"/>
          <p:cNvSpPr txBox="1"/>
          <p:nvPr>
            <p:custDataLst>
              <p:tags r:id="rId80"/>
            </p:custDataLst>
          </p:nvPr>
        </p:nvSpPr>
        <p:spPr>
          <a:xfrm>
            <a:off x="6675673" y="4837878"/>
            <a:ext cx="299818" cy="1762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p>
            <a:pPr algn="l"/>
            <a:r>
              <a:rPr sz="105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13</a:t>
            </a:r>
            <a:endParaRPr sz="105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4" name="文本框 93"/>
          <p:cNvSpPr txBox="1"/>
          <p:nvPr>
            <p:custDataLst>
              <p:tags r:id="rId81"/>
            </p:custDataLst>
          </p:nvPr>
        </p:nvSpPr>
        <p:spPr>
          <a:xfrm>
            <a:off x="6930390" y="4811684"/>
            <a:ext cx="1311621" cy="22860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/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去毛刺</a:t>
            </a:r>
            <a:r>
              <a:rPr lang="en-US" altLang="zh-CN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→ </a:t>
            </a:r>
            <a:r>
              <a:rPr lang="zh-CN" altLang="en-US" sz="135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终检</a:t>
            </a:r>
            <a:endParaRPr lang="zh-CN" altLang="en-US" sz="135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4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数控加工程序编制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3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4" name="等腰三角形 43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数控加工程序编制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5419725" cy="1758315"/>
          </a:xfrm>
          <a:custGeom>
            <a:avLst/>
            <a:gdLst>
              <a:gd name="sw" fmla="*/ 1 w 8535"/>
              <a:gd name="sh" fmla="*/ 1 h 2769"/>
              <a:gd name="mins" fmla="min sw sh"/>
              <a:gd name="dsw" fmla="+- 0 sw mins"/>
              <a:gd name="dsh" fmla="+- 0 sh mins"/>
              <a:gd name="p0x0" fmla="*/ 120 w 8535"/>
              <a:gd name="p0y0" fmla="*/ 0 h 2769"/>
              <a:gd name="p0x1" fmla="*/ 8415 w 8535"/>
              <a:gd name="p0y1" fmla="*/ 0 h 2769"/>
              <a:gd name="p0x2" fmla="*/ 8481 w 8535"/>
              <a:gd name="p0y2" fmla="*/ 0 h 2769"/>
              <a:gd name="p0x3" fmla="*/ 8535 w 8535"/>
              <a:gd name="p0y3" fmla="*/ 53 h 2769"/>
              <a:gd name="p0x4" fmla="*/ 8535 w 8535"/>
              <a:gd name="p0y4" fmla="*/ 120 h 2769"/>
              <a:gd name="p0x5" fmla="*/ 8535 w 8535"/>
              <a:gd name="p0y5" fmla="*/ 2649 h 2769"/>
              <a:gd name="p0x6" fmla="*/ 8535 w 8535"/>
              <a:gd name="p0y6" fmla="*/ 2715 h 2769"/>
              <a:gd name="p0x7" fmla="*/ 8481 w 8535"/>
              <a:gd name="p0y7" fmla="*/ 2769 h 2769"/>
              <a:gd name="p0x8" fmla="*/ 8415 w 8535"/>
              <a:gd name="p0y8" fmla="*/ 2769 h 2769"/>
              <a:gd name="p0x9" fmla="*/ 120 w 8535"/>
              <a:gd name="p0y9" fmla="*/ 2769 h 2769"/>
              <a:gd name="p0x10" fmla="*/ 53 w 8535"/>
              <a:gd name="p0y10" fmla="*/ 2769 h 2769"/>
              <a:gd name="p0x11" fmla="*/ 0 w 8535"/>
              <a:gd name="p0y11" fmla="*/ 2715 h 2769"/>
              <a:gd name="p0x12" fmla="*/ 0 w 8535"/>
              <a:gd name="p0y12" fmla="*/ 2649 h 2769"/>
              <a:gd name="p0x13" fmla="*/ 0 w 8535"/>
              <a:gd name="p0y13" fmla="*/ 120 h 2769"/>
              <a:gd name="p0x14" fmla="*/ 0 w 8535"/>
              <a:gd name="p0y14" fmla="*/ 53 h 2769"/>
              <a:gd name="p0x15" fmla="*/ 53 w 8535"/>
              <a:gd name="p0y15" fmla="*/ 0 h 2769"/>
              <a:gd name="p0x16" fmla="*/ 120 w 8535"/>
              <a:gd name="p0y16" fmla="*/ 0 h 27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771525" y="13366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366" t="-10152" r="-2366" b="-10152"/>
          <a:stretch>
            <a:fillRect/>
          </a:stretch>
        </p:blipFill>
        <p:spPr>
          <a:xfrm>
            <a:off x="826135" y="1417955"/>
            <a:ext cx="309245" cy="252095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1304925" y="1363961"/>
            <a:ext cx="1429788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CAM</a:t>
            </a:r>
            <a:r>
              <a:rPr 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endParaRPr lang="zh-CN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771525" y="1886883"/>
            <a:ext cx="50292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Mastercam 2024</a:t>
            </a:r>
            <a:endParaRPr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771525" y="2350751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专业数控编程与加工仿真平台</a:t>
            </a:r>
            <a:endParaRPr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3"/>
            </p:custDataLst>
          </p:nvPr>
        </p:nvSpPr>
        <p:spPr>
          <a:xfrm>
            <a:off x="6195695" y="1109345"/>
            <a:ext cx="5419725" cy="1758315"/>
          </a:xfrm>
          <a:custGeom>
            <a:avLst/>
            <a:gdLst>
              <a:gd name="sw" fmla="*/ 1 w 8535"/>
              <a:gd name="sh" fmla="*/ 1 h 2769"/>
              <a:gd name="mins" fmla="min sw sh"/>
              <a:gd name="dsw" fmla="+- 0 sw mins"/>
              <a:gd name="dsh" fmla="+- 0 sh mins"/>
              <a:gd name="p0x0" fmla="*/ 120 w 8535"/>
              <a:gd name="p0y0" fmla="*/ 0 h 2769"/>
              <a:gd name="p0x1" fmla="*/ 8415 w 8535"/>
              <a:gd name="p0y1" fmla="*/ 0 h 2769"/>
              <a:gd name="p0x2" fmla="*/ 8481 w 8535"/>
              <a:gd name="p0y2" fmla="*/ 0 h 2769"/>
              <a:gd name="p0x3" fmla="*/ 8535 w 8535"/>
              <a:gd name="p0y3" fmla="*/ 53 h 2769"/>
              <a:gd name="p0x4" fmla="*/ 8535 w 8535"/>
              <a:gd name="p0y4" fmla="*/ 120 h 2769"/>
              <a:gd name="p0x5" fmla="*/ 8535 w 8535"/>
              <a:gd name="p0y5" fmla="*/ 2649 h 2769"/>
              <a:gd name="p0x6" fmla="*/ 8535 w 8535"/>
              <a:gd name="p0y6" fmla="*/ 2715 h 2769"/>
              <a:gd name="p0x7" fmla="*/ 8481 w 8535"/>
              <a:gd name="p0y7" fmla="*/ 2769 h 2769"/>
              <a:gd name="p0x8" fmla="*/ 8415 w 8535"/>
              <a:gd name="p0y8" fmla="*/ 2769 h 2769"/>
              <a:gd name="p0x9" fmla="*/ 120 w 8535"/>
              <a:gd name="p0y9" fmla="*/ 2769 h 2769"/>
              <a:gd name="p0x10" fmla="*/ 53 w 8535"/>
              <a:gd name="p0y10" fmla="*/ 2769 h 2769"/>
              <a:gd name="p0x11" fmla="*/ 0 w 8535"/>
              <a:gd name="p0y11" fmla="*/ 2715 h 2769"/>
              <a:gd name="p0x12" fmla="*/ 0 w 8535"/>
              <a:gd name="p0y12" fmla="*/ 2649 h 2769"/>
              <a:gd name="p0x13" fmla="*/ 0 w 8535"/>
              <a:gd name="p0y13" fmla="*/ 120 h 2769"/>
              <a:gd name="p0x14" fmla="*/ 0 w 8535"/>
              <a:gd name="p0y14" fmla="*/ 53 h 2769"/>
              <a:gd name="p0x15" fmla="*/ 53 w 8535"/>
              <a:gd name="p0y15" fmla="*/ 0 h 2769"/>
              <a:gd name="p0x16" fmla="*/ 120 w 8535"/>
              <a:gd name="p0y16" fmla="*/ 0 h 2769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任意多边形 10"/>
          <p:cNvSpPr/>
          <p:nvPr>
            <p:custDataLst>
              <p:tags r:id="rId14"/>
            </p:custDataLst>
          </p:nvPr>
        </p:nvSpPr>
        <p:spPr>
          <a:xfrm>
            <a:off x="6391275" y="13366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2" name="图片 11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1404" t="-2933" r="-1404" b="-2933"/>
          <a:stretch>
            <a:fillRect/>
          </a:stretch>
        </p:blipFill>
        <p:spPr>
          <a:xfrm>
            <a:off x="6507480" y="1417955"/>
            <a:ext cx="186055" cy="252095"/>
          </a:xfrm>
          <a:prstGeom prst="rect">
            <a:avLst/>
          </a:prstGeom>
        </p:spPr>
      </p:pic>
      <p:sp>
        <p:nvSpPr>
          <p:cNvPr id="13" name="文本框 12"/>
          <p:cNvSpPr txBox="1"/>
          <p:nvPr>
            <p:custDataLst>
              <p:tags r:id="rId18"/>
            </p:custDataLst>
          </p:nvPr>
        </p:nvSpPr>
        <p:spPr>
          <a:xfrm>
            <a:off x="6924675" y="1363961"/>
            <a:ext cx="10668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后处理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9"/>
            </p:custDataLst>
          </p:nvPr>
        </p:nvSpPr>
        <p:spPr>
          <a:xfrm>
            <a:off x="6391275" y="1886883"/>
            <a:ext cx="50292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FANUC</a:t>
            </a:r>
            <a:r>
              <a:rPr lang="zh-CN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后处理器</a:t>
            </a:r>
            <a:endParaRPr lang="zh-CN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20"/>
            </p:custDataLst>
          </p:nvPr>
        </p:nvSpPr>
        <p:spPr>
          <a:xfrm>
            <a:off x="6391275" y="2350751"/>
            <a:ext cx="5029200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输出</a:t>
            </a:r>
            <a:r>
              <a:rPr lang="en-US" alt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.nc 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格式</a:t>
            </a:r>
            <a:r>
              <a:rPr lang="en-US" alt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endParaRPr lang="zh-CN" altLang="en-US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1"/>
            </p:custDataLst>
          </p:nvPr>
        </p:nvSpPr>
        <p:spPr>
          <a:xfrm>
            <a:off x="575945" y="3067685"/>
            <a:ext cx="3542030" cy="153543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22"/>
            </p:custDataLst>
          </p:nvPr>
        </p:nvSpPr>
        <p:spPr>
          <a:xfrm>
            <a:off x="771525" y="3247092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（凸模）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3"/>
            </p:custDataLst>
          </p:nvPr>
        </p:nvSpPr>
        <p:spPr>
          <a:xfrm>
            <a:off x="771525" y="3696672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行切走刀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4"/>
            </p:custDataLst>
          </p:nvPr>
        </p:nvSpPr>
        <p:spPr>
          <a:xfrm>
            <a:off x="771525" y="40100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向往复切削，圆弧过渡转向</a:t>
            </a:r>
            <a:endParaRPr lang="zh-CN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任意多边形 23"/>
          <p:cNvSpPr/>
          <p:nvPr>
            <p:custDataLst>
              <p:tags r:id="rId25"/>
            </p:custDataLst>
          </p:nvPr>
        </p:nvSpPr>
        <p:spPr>
          <a:xfrm>
            <a:off x="4322445" y="3067685"/>
            <a:ext cx="3556635" cy="146558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" name="文本框 24"/>
          <p:cNvSpPr txBox="1"/>
          <p:nvPr>
            <p:custDataLst>
              <p:tags r:id="rId26"/>
            </p:custDataLst>
          </p:nvPr>
        </p:nvSpPr>
        <p:spPr>
          <a:xfrm>
            <a:off x="4518051" y="3247092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（凸模）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>
            <p:custDataLst>
              <p:tags r:id="rId27"/>
            </p:custDataLst>
          </p:nvPr>
        </p:nvSpPr>
        <p:spPr>
          <a:xfrm>
            <a:off x="4518051" y="3696672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环切走刀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>
            <p:custDataLst>
              <p:tags r:id="rId28"/>
            </p:custDataLst>
          </p:nvPr>
        </p:nvSpPr>
        <p:spPr>
          <a:xfrm>
            <a:off x="4518051" y="40100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G41/G42</a:t>
            </a:r>
            <a:r>
              <a:rPr 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刀具半径补偿控制尺寸</a:t>
            </a:r>
            <a:endParaRPr lang="zh-CN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29"/>
            </p:custDataLst>
          </p:nvPr>
        </p:nvSpPr>
        <p:spPr>
          <a:xfrm>
            <a:off x="8068945" y="3067685"/>
            <a:ext cx="3616325" cy="146558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30"/>
            </p:custDataLst>
          </p:nvPr>
        </p:nvSpPr>
        <p:spPr>
          <a:xfrm>
            <a:off x="8264576" y="3247092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（凸模）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>
            <p:custDataLst>
              <p:tags r:id="rId31"/>
            </p:custDataLst>
          </p:nvPr>
        </p:nvSpPr>
        <p:spPr>
          <a:xfrm>
            <a:off x="8264576" y="3696672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等高分层铣削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32"/>
            </p:custDataLst>
          </p:nvPr>
        </p:nvSpPr>
        <p:spPr>
          <a:xfrm>
            <a:off x="8264576" y="401004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层×</a:t>
            </a:r>
            <a:r>
              <a:rPr lang="en-US" alt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1.85mm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G2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螺旋下刀</a:t>
            </a:r>
            <a:endParaRPr lang="zh-CN" altLang="en-US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33"/>
            </p:custDataLst>
          </p:nvPr>
        </p:nvSpPr>
        <p:spPr>
          <a:xfrm>
            <a:off x="575945" y="4803140"/>
            <a:ext cx="3542030" cy="153543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文本框 45"/>
          <p:cNvSpPr txBox="1"/>
          <p:nvPr>
            <p:custDataLst>
              <p:tags r:id="rId34"/>
            </p:custDataLst>
          </p:nvPr>
        </p:nvSpPr>
        <p:spPr>
          <a:xfrm>
            <a:off x="771525" y="498254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（凹模）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7" name="文本框 46"/>
          <p:cNvSpPr txBox="1"/>
          <p:nvPr>
            <p:custDataLst>
              <p:tags r:id="rId35"/>
            </p:custDataLst>
          </p:nvPr>
        </p:nvSpPr>
        <p:spPr>
          <a:xfrm>
            <a:off x="771525" y="5432127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行切走刀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8" name="文本框 47"/>
          <p:cNvSpPr txBox="1"/>
          <p:nvPr>
            <p:custDataLst>
              <p:tags r:id="rId36"/>
            </p:custDataLst>
          </p:nvPr>
        </p:nvSpPr>
        <p:spPr>
          <a:xfrm>
            <a:off x="771525" y="5745499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向往复切削，圆弧过渡转向</a:t>
            </a:r>
            <a:endParaRPr lang="zh-CN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" name="任意多边形 48"/>
          <p:cNvSpPr/>
          <p:nvPr>
            <p:custDataLst>
              <p:tags r:id="rId37"/>
            </p:custDataLst>
          </p:nvPr>
        </p:nvSpPr>
        <p:spPr>
          <a:xfrm>
            <a:off x="4322445" y="4803140"/>
            <a:ext cx="3556635" cy="146558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文本框 49"/>
          <p:cNvSpPr txBox="1"/>
          <p:nvPr>
            <p:custDataLst>
              <p:tags r:id="rId38"/>
            </p:custDataLst>
          </p:nvPr>
        </p:nvSpPr>
        <p:spPr>
          <a:xfrm>
            <a:off x="4518051" y="498254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（凹模）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任意多边形 52"/>
          <p:cNvSpPr/>
          <p:nvPr>
            <p:custDataLst>
              <p:tags r:id="rId39"/>
            </p:custDataLst>
          </p:nvPr>
        </p:nvSpPr>
        <p:spPr>
          <a:xfrm>
            <a:off x="8068945" y="4803140"/>
            <a:ext cx="3616325" cy="1465580"/>
          </a:xfrm>
          <a:custGeom>
            <a:avLst/>
            <a:gdLst>
              <a:gd name="sw" fmla="*/ 1 w 5585"/>
              <a:gd name="sh" fmla="*/ 1 h 4160"/>
              <a:gd name="mins" fmla="min sw sh"/>
              <a:gd name="dsw" fmla="+- 0 sw mins"/>
              <a:gd name="dsh" fmla="+- 0 sh mins"/>
              <a:gd name="p0x0" fmla="*/ 120 w 5585"/>
              <a:gd name="p0y0" fmla="*/ 0 h 4160"/>
              <a:gd name="p0x1" fmla="*/ 5465 w 5585"/>
              <a:gd name="p0y1" fmla="*/ 0 h 4160"/>
              <a:gd name="p0x2" fmla="*/ 5531 w 5585"/>
              <a:gd name="p0y2" fmla="*/ 0 h 4160"/>
              <a:gd name="p0x3" fmla="*/ 5585 w 5585"/>
              <a:gd name="p0y3" fmla="*/ 53 h 4160"/>
              <a:gd name="p0x4" fmla="*/ 5585 w 5585"/>
              <a:gd name="p0y4" fmla="*/ 120 h 4160"/>
              <a:gd name="p0x5" fmla="*/ 5585 w 5585"/>
              <a:gd name="p0y5" fmla="*/ 4040 h 4160"/>
              <a:gd name="p0x6" fmla="*/ 5585 w 5585"/>
              <a:gd name="p0y6" fmla="*/ 4107 h 4160"/>
              <a:gd name="p0x7" fmla="*/ 5531 w 5585"/>
              <a:gd name="p0y7" fmla="*/ 4160 h 4160"/>
              <a:gd name="p0x8" fmla="*/ 5465 w 5585"/>
              <a:gd name="p0y8" fmla="*/ 4160 h 4160"/>
              <a:gd name="p0x9" fmla="*/ 120 w 5585"/>
              <a:gd name="p0y9" fmla="*/ 4160 h 4160"/>
              <a:gd name="p0x10" fmla="*/ 53 w 5585"/>
              <a:gd name="p0y10" fmla="*/ 4160 h 4160"/>
              <a:gd name="p0x11" fmla="*/ 0 w 5585"/>
              <a:gd name="p0y11" fmla="*/ 4107 h 4160"/>
              <a:gd name="p0x12" fmla="*/ 0 w 5585"/>
              <a:gd name="p0y12" fmla="*/ 4040 h 4160"/>
              <a:gd name="p0x13" fmla="*/ 0 w 5585"/>
              <a:gd name="p0y13" fmla="*/ 120 h 4160"/>
              <a:gd name="p0x14" fmla="*/ 0 w 5585"/>
              <a:gd name="p0y14" fmla="*/ 53 h 4160"/>
              <a:gd name="p0x15" fmla="*/ 53 w 5585"/>
              <a:gd name="p0y15" fmla="*/ 0 h 4160"/>
              <a:gd name="p0x16" fmla="*/ 120 w 5585"/>
              <a:gd name="p0y16" fmla="*/ 0 h 41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文本框 53"/>
          <p:cNvSpPr txBox="1"/>
          <p:nvPr>
            <p:custDataLst>
              <p:tags r:id="rId40"/>
            </p:custDataLst>
          </p:nvPr>
        </p:nvSpPr>
        <p:spPr>
          <a:xfrm>
            <a:off x="8264576" y="4982547"/>
            <a:ext cx="3155975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</a:t>
            </a:r>
            <a:r>
              <a:rPr lang="en-US" altLang="zh-CN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70</a:t>
            </a:r>
            <a:r>
              <a:rPr lang="zh-CN" altLang="en-US"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（凹模）</a:t>
            </a:r>
            <a:endParaRPr lang="zh-CN" altLang="en-US"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5" name="文本框 54"/>
          <p:cNvSpPr txBox="1"/>
          <p:nvPr>
            <p:custDataLst>
              <p:tags r:id="rId41"/>
            </p:custDataLst>
          </p:nvPr>
        </p:nvSpPr>
        <p:spPr>
          <a:xfrm>
            <a:off x="8264576" y="5432127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孔位预定位</a:t>
            </a:r>
            <a:endParaRPr lang="zh-CN"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6" name="文本框 55"/>
          <p:cNvSpPr txBox="1"/>
          <p:nvPr>
            <p:custDataLst>
              <p:tags r:id="rId42"/>
            </p:custDataLst>
          </p:nvPr>
        </p:nvSpPr>
        <p:spPr>
          <a:xfrm>
            <a:off x="8264576" y="5745499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zh-CN" alt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个孔位轮流下刀</a:t>
            </a:r>
            <a:endParaRPr lang="zh-CN" altLang="en-US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7" name="文本框 56"/>
          <p:cNvSpPr txBox="1"/>
          <p:nvPr>
            <p:custDataLst>
              <p:tags r:id="rId43"/>
            </p:custDataLst>
          </p:nvPr>
        </p:nvSpPr>
        <p:spPr>
          <a:xfrm>
            <a:off x="4515485" y="5431492"/>
            <a:ext cx="3155975" cy="26193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行切走刀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8" name="文本框 57"/>
          <p:cNvSpPr txBox="1"/>
          <p:nvPr>
            <p:custDataLst>
              <p:tags r:id="rId44"/>
            </p:custDataLst>
          </p:nvPr>
        </p:nvSpPr>
        <p:spPr>
          <a:xfrm>
            <a:off x="4515485" y="5744864"/>
            <a:ext cx="3155975" cy="29718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</a:t>
            </a:r>
            <a:r>
              <a:rPr lang="zh-CN" sz="135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向往复切削，圆弧过渡转向</a:t>
            </a:r>
            <a:endParaRPr lang="zh-CN" sz="135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4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6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/>
      <p:bldP spid="19" grpId="0"/>
      <p:bldP spid="24" grpId="0" animBg="1"/>
      <p:bldP spid="25" grpId="0"/>
      <p:bldP spid="26" grpId="0"/>
      <p:bldP spid="27" grpId="0"/>
      <p:bldP spid="32" grpId="0" animBg="1"/>
      <p:bldP spid="33" grpId="0"/>
      <p:bldP spid="34" grpId="0"/>
      <p:bldP spid="35" grpId="0"/>
      <p:bldP spid="45" grpId="0" animBg="1"/>
      <p:bldP spid="46" grpId="0"/>
      <p:bldP spid="47" grpId="0"/>
      <p:bldP spid="48" grpId="0"/>
      <p:bldP spid="49" grpId="0" animBg="1"/>
      <p:bldP spid="50" grpId="0"/>
      <p:bldP spid="53" grpId="0" animBg="1"/>
      <p:bldP spid="54" grpId="0"/>
      <p:bldP spid="55" grpId="0"/>
      <p:bldP spid="56" grpId="0"/>
      <p:bldP spid="57" grpId="0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5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数控加工与仿真验证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5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6" name="等腰三角形 35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仿真环境搭建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5419725" cy="1362075"/>
          </a:xfrm>
          <a:custGeom>
            <a:avLst/>
            <a:gdLst>
              <a:gd name="sw" fmla="*/ 1 w 8535"/>
              <a:gd name="sh" fmla="*/ 1 h 2145"/>
              <a:gd name="mins" fmla="min sw sh"/>
              <a:gd name="dsw" fmla="+- 0 sw mins"/>
              <a:gd name="dsh" fmla="+- 0 sh mins"/>
              <a:gd name="p0x0" fmla="*/ 120 w 8535"/>
              <a:gd name="p0y0" fmla="*/ 0 h 2145"/>
              <a:gd name="p0x1" fmla="*/ 8415 w 8535"/>
              <a:gd name="p0y1" fmla="*/ 0 h 2145"/>
              <a:gd name="p0x2" fmla="*/ 8481 w 8535"/>
              <a:gd name="p0y2" fmla="*/ 0 h 2145"/>
              <a:gd name="p0x3" fmla="*/ 8535 w 8535"/>
              <a:gd name="p0y3" fmla="*/ 53 h 2145"/>
              <a:gd name="p0x4" fmla="*/ 8535 w 8535"/>
              <a:gd name="p0y4" fmla="*/ 120 h 2145"/>
              <a:gd name="p0x5" fmla="*/ 8535 w 8535"/>
              <a:gd name="p0y5" fmla="*/ 2025 h 2145"/>
              <a:gd name="p0x6" fmla="*/ 8535 w 8535"/>
              <a:gd name="p0y6" fmla="*/ 2091 h 2145"/>
              <a:gd name="p0x7" fmla="*/ 8481 w 8535"/>
              <a:gd name="p0y7" fmla="*/ 2145 h 2145"/>
              <a:gd name="p0x8" fmla="*/ 8415 w 8535"/>
              <a:gd name="p0y8" fmla="*/ 2145 h 2145"/>
              <a:gd name="p0x9" fmla="*/ 120 w 8535"/>
              <a:gd name="p0y9" fmla="*/ 2145 h 2145"/>
              <a:gd name="p0x10" fmla="*/ 53 w 8535"/>
              <a:gd name="p0y10" fmla="*/ 2145 h 2145"/>
              <a:gd name="p0x11" fmla="*/ 0 w 8535"/>
              <a:gd name="p0y11" fmla="*/ 2091 h 2145"/>
              <a:gd name="p0x12" fmla="*/ 0 w 8535"/>
              <a:gd name="p0y12" fmla="*/ 2025 h 2145"/>
              <a:gd name="p0x13" fmla="*/ 0 w 8535"/>
              <a:gd name="p0y13" fmla="*/ 120 h 2145"/>
              <a:gd name="p0x14" fmla="*/ 0 w 8535"/>
              <a:gd name="p0y14" fmla="*/ 53 h 2145"/>
              <a:gd name="p0x15" fmla="*/ 53 w 8535"/>
              <a:gd name="p0y15" fmla="*/ 0 h 2145"/>
              <a:gd name="p0x16" fmla="*/ 120 w 8535"/>
              <a:gd name="p0y16" fmla="*/ 0 h 2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任意多边形 4"/>
          <p:cNvSpPr/>
          <p:nvPr>
            <p:custDataLst>
              <p:tags r:id="rId6"/>
            </p:custDataLst>
          </p:nvPr>
        </p:nvSpPr>
        <p:spPr>
          <a:xfrm>
            <a:off x="771525" y="1314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rcRect l="-2000" t="-7681" r="-2000" b="-7681"/>
          <a:stretch>
            <a:fillRect/>
          </a:stretch>
        </p:blipFill>
        <p:spPr>
          <a:xfrm>
            <a:off x="857250" y="1395095"/>
            <a:ext cx="247650" cy="252730"/>
          </a:xfrm>
          <a:prstGeom prst="rect">
            <a:avLst/>
          </a:prstGeom>
        </p:spPr>
      </p:pic>
      <p:sp>
        <p:nvSpPr>
          <p:cNvPr id="7" name="文本框 6"/>
          <p:cNvSpPr txBox="1"/>
          <p:nvPr>
            <p:custDataLst>
              <p:tags r:id="rId10"/>
            </p:custDataLst>
          </p:nvPr>
        </p:nvSpPr>
        <p:spPr>
          <a:xfrm>
            <a:off x="1304925" y="13411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仿真平台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1"/>
            </p:custDataLst>
          </p:nvPr>
        </p:nvSpPr>
        <p:spPr>
          <a:xfrm>
            <a:off x="771525" y="1864042"/>
            <a:ext cx="50292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宇龙数控加工仿真软件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V2.8</a:t>
            </a:r>
            <a:endParaRPr lang="en-US" altLang="zh-CN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12"/>
            </p:custDataLst>
          </p:nvPr>
        </p:nvSpPr>
        <p:spPr>
          <a:xfrm>
            <a:off x="6195695" y="1109345"/>
            <a:ext cx="5419725" cy="1362075"/>
          </a:xfrm>
          <a:custGeom>
            <a:avLst/>
            <a:gdLst>
              <a:gd name="sw" fmla="*/ 1 w 8535"/>
              <a:gd name="sh" fmla="*/ 1 h 2145"/>
              <a:gd name="mins" fmla="min sw sh"/>
              <a:gd name="dsw" fmla="+- 0 sw mins"/>
              <a:gd name="dsh" fmla="+- 0 sh mins"/>
              <a:gd name="p0x0" fmla="*/ 120 w 8535"/>
              <a:gd name="p0y0" fmla="*/ 0 h 2145"/>
              <a:gd name="p0x1" fmla="*/ 8415 w 8535"/>
              <a:gd name="p0y1" fmla="*/ 0 h 2145"/>
              <a:gd name="p0x2" fmla="*/ 8481 w 8535"/>
              <a:gd name="p0y2" fmla="*/ 0 h 2145"/>
              <a:gd name="p0x3" fmla="*/ 8535 w 8535"/>
              <a:gd name="p0y3" fmla="*/ 53 h 2145"/>
              <a:gd name="p0x4" fmla="*/ 8535 w 8535"/>
              <a:gd name="p0y4" fmla="*/ 120 h 2145"/>
              <a:gd name="p0x5" fmla="*/ 8535 w 8535"/>
              <a:gd name="p0y5" fmla="*/ 2025 h 2145"/>
              <a:gd name="p0x6" fmla="*/ 8535 w 8535"/>
              <a:gd name="p0y6" fmla="*/ 2091 h 2145"/>
              <a:gd name="p0x7" fmla="*/ 8481 w 8535"/>
              <a:gd name="p0y7" fmla="*/ 2145 h 2145"/>
              <a:gd name="p0x8" fmla="*/ 8415 w 8535"/>
              <a:gd name="p0y8" fmla="*/ 2145 h 2145"/>
              <a:gd name="p0x9" fmla="*/ 120 w 8535"/>
              <a:gd name="p0y9" fmla="*/ 2145 h 2145"/>
              <a:gd name="p0x10" fmla="*/ 53 w 8535"/>
              <a:gd name="p0y10" fmla="*/ 2145 h 2145"/>
              <a:gd name="p0x11" fmla="*/ 0 w 8535"/>
              <a:gd name="p0y11" fmla="*/ 2091 h 2145"/>
              <a:gd name="p0x12" fmla="*/ 0 w 8535"/>
              <a:gd name="p0y12" fmla="*/ 2025 h 2145"/>
              <a:gd name="p0x13" fmla="*/ 0 w 8535"/>
              <a:gd name="p0y13" fmla="*/ 120 h 2145"/>
              <a:gd name="p0x14" fmla="*/ 0 w 8535"/>
              <a:gd name="p0y14" fmla="*/ 53 h 2145"/>
              <a:gd name="p0x15" fmla="*/ 53 w 8535"/>
              <a:gd name="p0y15" fmla="*/ 0 h 2145"/>
              <a:gd name="p0x16" fmla="*/ 120 w 8535"/>
              <a:gd name="p0y16" fmla="*/ 0 h 21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3"/>
            </p:custDataLst>
          </p:nvPr>
        </p:nvSpPr>
        <p:spPr>
          <a:xfrm>
            <a:off x="6391275" y="1314450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2000" t="-10303" r="-2000" b="-10303"/>
          <a:stretch>
            <a:fillRect/>
          </a:stretch>
        </p:blipFill>
        <p:spPr>
          <a:xfrm>
            <a:off x="6477000" y="1395095"/>
            <a:ext cx="247650" cy="25273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7"/>
            </p:custDataLst>
          </p:nvPr>
        </p:nvSpPr>
        <p:spPr>
          <a:xfrm>
            <a:off x="6924675" y="134112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机床选择</a:t>
            </a:r>
            <a:endParaRPr sz="21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8"/>
            </p:custDataLst>
          </p:nvPr>
        </p:nvSpPr>
        <p:spPr>
          <a:xfrm>
            <a:off x="6391275" y="1864042"/>
            <a:ext cx="5142605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华中数控</a:t>
            </a:r>
            <a:r>
              <a:rPr lang="en-US" altLang="zh-CN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818</a:t>
            </a:r>
            <a:r>
              <a:rPr lang="zh-CN" altLang="en-US"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标准铣床（三轴立式）</a:t>
            </a:r>
            <a:endParaRPr lang="zh-CN" altLang="en-US"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任意多边形 13"/>
          <p:cNvSpPr/>
          <p:nvPr>
            <p:custDataLst>
              <p:tags r:id="rId19"/>
            </p:custDataLst>
          </p:nvPr>
        </p:nvSpPr>
        <p:spPr>
          <a:xfrm>
            <a:off x="581025" y="2676525"/>
            <a:ext cx="11029950" cy="1543050"/>
          </a:xfrm>
          <a:custGeom>
            <a:avLst/>
            <a:gdLst>
              <a:gd name="sw" fmla="*/ 1 w 17370"/>
              <a:gd name="sh" fmla="*/ 1 h 2430"/>
              <a:gd name="mins" fmla="min sw sh"/>
              <a:gd name="dsw" fmla="+- 0 sw mins"/>
              <a:gd name="dsh" fmla="+- 0 sh mins"/>
              <a:gd name="p0x0" fmla="*/ 120 w 17370"/>
              <a:gd name="p0y0" fmla="*/ 0 h 2430"/>
              <a:gd name="p0x1" fmla="*/ 17250 w 17370"/>
              <a:gd name="p0y1" fmla="*/ 0 h 2430"/>
              <a:gd name="p0x2" fmla="*/ 17316 w 17370"/>
              <a:gd name="p0y2" fmla="*/ 0 h 2430"/>
              <a:gd name="p0x3" fmla="*/ 17370 w 17370"/>
              <a:gd name="p0y3" fmla="*/ 53 h 2430"/>
              <a:gd name="p0x4" fmla="*/ 17370 w 17370"/>
              <a:gd name="p0y4" fmla="*/ 120 h 2430"/>
              <a:gd name="p0x5" fmla="*/ 17370 w 17370"/>
              <a:gd name="p0y5" fmla="*/ 2310 h 2430"/>
              <a:gd name="p0x6" fmla="*/ 17370 w 17370"/>
              <a:gd name="p0y6" fmla="*/ 2376 h 2430"/>
              <a:gd name="p0x7" fmla="*/ 17316 w 17370"/>
              <a:gd name="p0y7" fmla="*/ 2430 h 2430"/>
              <a:gd name="p0x8" fmla="*/ 17250 w 17370"/>
              <a:gd name="p0y8" fmla="*/ 2430 h 2430"/>
              <a:gd name="p0x9" fmla="*/ 120 w 17370"/>
              <a:gd name="p0y9" fmla="*/ 2430 h 2430"/>
              <a:gd name="p0x10" fmla="*/ 53 w 17370"/>
              <a:gd name="p0y10" fmla="*/ 2430 h 2430"/>
              <a:gd name="p0x11" fmla="*/ 0 w 17370"/>
              <a:gd name="p0y11" fmla="*/ 2376 h 2430"/>
              <a:gd name="p0x12" fmla="*/ 0 w 17370"/>
              <a:gd name="p0y12" fmla="*/ 2310 h 2430"/>
              <a:gd name="p0x13" fmla="*/ 0 w 17370"/>
              <a:gd name="p0y13" fmla="*/ 120 h 2430"/>
              <a:gd name="p0x14" fmla="*/ 0 w 17370"/>
              <a:gd name="p0y14" fmla="*/ 53 h 2430"/>
              <a:gd name="p0x15" fmla="*/ 53 w 17370"/>
              <a:gd name="p0y15" fmla="*/ 0 h 2430"/>
              <a:gd name="p0x16" fmla="*/ 120 w 17370"/>
              <a:gd name="p0y16" fmla="*/ 0 h 243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12157"/>
            </a:srgbClr>
          </a:solidFill>
          <a:ln w="19050" cmpd="sng">
            <a:solidFill>
              <a:schemeClr val="accent1"/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20"/>
            </p:custDataLst>
          </p:nvPr>
        </p:nvSpPr>
        <p:spPr>
          <a:xfrm>
            <a:off x="781050" y="3200400"/>
            <a:ext cx="495300" cy="495300"/>
          </a:xfrm>
          <a:custGeom>
            <a:avLst/>
            <a:gdLst>
              <a:gd name="sw" fmla="*/ 1 w 780"/>
              <a:gd name="sh" fmla="*/ 1 h 780"/>
              <a:gd name="mins" fmla="min sw sh"/>
              <a:gd name="dsw" fmla="+- 0 sw mins"/>
              <a:gd name="dsh" fmla="+- 0 sh mins"/>
              <a:gd name="p0x0" fmla="*/ 120 w 780"/>
              <a:gd name="p0y0" fmla="*/ 0 h 780"/>
              <a:gd name="p0x1" fmla="*/ 660 w 780"/>
              <a:gd name="p0y1" fmla="*/ 0 h 780"/>
              <a:gd name="p0x2" fmla="*/ 726 w 780"/>
              <a:gd name="p0y2" fmla="*/ 0 h 780"/>
              <a:gd name="p0x3" fmla="*/ 780 w 780"/>
              <a:gd name="p0y3" fmla="*/ 53 h 780"/>
              <a:gd name="p0x4" fmla="*/ 780 w 780"/>
              <a:gd name="p0y4" fmla="*/ 120 h 780"/>
              <a:gd name="p0x5" fmla="*/ 780 w 780"/>
              <a:gd name="p0y5" fmla="*/ 660 h 780"/>
              <a:gd name="p0x6" fmla="*/ 780 w 780"/>
              <a:gd name="p0y6" fmla="*/ 726 h 780"/>
              <a:gd name="p0x7" fmla="*/ 726 w 780"/>
              <a:gd name="p0y7" fmla="*/ 780 h 780"/>
              <a:gd name="p0x8" fmla="*/ 660 w 780"/>
              <a:gd name="p0y8" fmla="*/ 780 h 780"/>
              <a:gd name="p0x9" fmla="*/ 120 w 780"/>
              <a:gd name="p0y9" fmla="*/ 780 h 780"/>
              <a:gd name="p0x10" fmla="*/ 53 w 780"/>
              <a:gd name="p0y10" fmla="*/ 780 h 780"/>
              <a:gd name="p0x11" fmla="*/ 0 w 780"/>
              <a:gd name="p0y11" fmla="*/ 726 h 780"/>
              <a:gd name="p0x12" fmla="*/ 0 w 780"/>
              <a:gd name="p0y12" fmla="*/ 660 h 780"/>
              <a:gd name="p0x13" fmla="*/ 0 w 780"/>
              <a:gd name="p0y13" fmla="*/ 120 h 780"/>
              <a:gd name="p0x14" fmla="*/ 0 w 780"/>
              <a:gd name="p0y14" fmla="*/ 53 h 780"/>
              <a:gd name="p0x15" fmla="*/ 53 w 780"/>
              <a:gd name="p0y15" fmla="*/ 0 h 780"/>
              <a:gd name="p0x16" fmla="*/ 120 w 780"/>
              <a:gd name="p0y16" fmla="*/ 0 h 78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rcRect l="-6897" r="-6897"/>
          <a:stretch>
            <a:fillRect/>
          </a:stretch>
        </p:blipFill>
        <p:spPr>
          <a:xfrm>
            <a:off x="876300" y="3295650"/>
            <a:ext cx="304800" cy="30480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4"/>
            </p:custDataLst>
          </p:nvPr>
        </p:nvSpPr>
        <p:spPr>
          <a:xfrm>
            <a:off x="1390650" y="3265170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毛坯定义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>
            <p:custDataLst>
              <p:tags r:id="rId25"/>
            </p:custDataLst>
          </p:nvPr>
        </p:nvSpPr>
        <p:spPr>
          <a:xfrm>
            <a:off x="4454052" y="3082290"/>
            <a:ext cx="4846510" cy="7315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altLang="en-US" sz="4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165</a:t>
            </a:r>
            <a:r>
              <a:rPr lang="zh-CN" altLang="en-US" sz="4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4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165</a:t>
            </a:r>
            <a:r>
              <a:rPr lang="zh-CN" altLang="en-US" sz="4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×</a:t>
            </a:r>
            <a:r>
              <a:rPr lang="en-US" altLang="zh-CN" sz="42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28mm</a:t>
            </a:r>
            <a:endParaRPr lang="en-US" altLang="zh-CN" sz="42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>
            <p:custDataLst>
              <p:tags r:id="rId26"/>
            </p:custDataLst>
          </p:nvPr>
        </p:nvSpPr>
        <p:spPr>
          <a:xfrm>
            <a:off x="9432017" y="3241040"/>
            <a:ext cx="990009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lang="en-US" sz="2400" b="1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45</a:t>
            </a:r>
            <a:r>
              <a:rPr lang="zh-CN" sz="2400" b="1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钢</a:t>
            </a:r>
            <a:endParaRPr lang="zh-CN" sz="2400" b="1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7" name="组合 36"/>
          <p:cNvGrpSpPr/>
          <p:nvPr/>
        </p:nvGrpSpPr>
        <p:grpSpPr>
          <a:xfrm>
            <a:off x="575945" y="4424045"/>
            <a:ext cx="3545840" cy="2047240"/>
            <a:chOff x="907" y="6967"/>
            <a:chExt cx="5584" cy="3224"/>
          </a:xfrm>
        </p:grpSpPr>
        <p:sp>
          <p:nvSpPr>
            <p:cNvPr id="20" name="任意多边形 19"/>
            <p:cNvSpPr/>
            <p:nvPr>
              <p:custDataLst>
                <p:tags r:id="rId27"/>
              </p:custDataLst>
            </p:nvPr>
          </p:nvSpPr>
          <p:spPr>
            <a:xfrm>
              <a:off x="907" y="6967"/>
              <a:ext cx="5585" cy="3225"/>
            </a:xfrm>
            <a:custGeom>
              <a:avLst/>
              <a:gdLst>
                <a:gd name="sw" fmla="*/ 1 w 5585"/>
                <a:gd name="sh" fmla="*/ 1 h 3225"/>
                <a:gd name="mins" fmla="min sw sh"/>
                <a:gd name="dsw" fmla="+- 0 sw mins"/>
                <a:gd name="dsh" fmla="+- 0 sh mins"/>
                <a:gd name="p0x0" fmla="*/ 120 w 5585"/>
                <a:gd name="p0y0" fmla="*/ 0 h 3225"/>
                <a:gd name="p0x1" fmla="*/ 5465 w 5585"/>
                <a:gd name="p0y1" fmla="*/ 0 h 3225"/>
                <a:gd name="p0x2" fmla="*/ 5531 w 5585"/>
                <a:gd name="p0y2" fmla="*/ 0 h 3225"/>
                <a:gd name="p0x3" fmla="*/ 5585 w 5585"/>
                <a:gd name="p0y3" fmla="*/ 53 h 3225"/>
                <a:gd name="p0x4" fmla="*/ 5585 w 5585"/>
                <a:gd name="p0y4" fmla="*/ 120 h 3225"/>
                <a:gd name="p0x5" fmla="*/ 5585 w 5585"/>
                <a:gd name="p0y5" fmla="*/ 3105 h 3225"/>
                <a:gd name="p0x6" fmla="*/ 5585 w 5585"/>
                <a:gd name="p0y6" fmla="*/ 3171 h 3225"/>
                <a:gd name="p0x7" fmla="*/ 5531 w 5585"/>
                <a:gd name="p0y7" fmla="*/ 3225 h 3225"/>
                <a:gd name="p0x8" fmla="*/ 5465 w 5585"/>
                <a:gd name="p0y8" fmla="*/ 3225 h 3225"/>
                <a:gd name="p0x9" fmla="*/ 120 w 5585"/>
                <a:gd name="p0y9" fmla="*/ 3225 h 3225"/>
                <a:gd name="p0x10" fmla="*/ 53 w 5585"/>
                <a:gd name="p0y10" fmla="*/ 3225 h 3225"/>
                <a:gd name="p0x11" fmla="*/ 0 w 5585"/>
                <a:gd name="p0y11" fmla="*/ 3171 h 3225"/>
                <a:gd name="p0x12" fmla="*/ 0 w 5585"/>
                <a:gd name="p0y12" fmla="*/ 3105 h 3225"/>
                <a:gd name="p0x13" fmla="*/ 0 w 5585"/>
                <a:gd name="p0y13" fmla="*/ 120 h 3225"/>
                <a:gd name="p0x14" fmla="*/ 0 w 5585"/>
                <a:gd name="p0y14" fmla="*/ 53 h 3225"/>
                <a:gd name="p0x15" fmla="*/ 53 w 5585"/>
                <a:gd name="p0y15" fmla="*/ 0 h 3225"/>
                <a:gd name="p0x16" fmla="*/ 120 w 5585"/>
                <a:gd name="p0y16" fmla="*/ 0 h 32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任意多边形 20"/>
            <p:cNvSpPr/>
            <p:nvPr>
              <p:custDataLst>
                <p:tags r:id="rId28"/>
              </p:custDataLst>
            </p:nvPr>
          </p:nvSpPr>
          <p:spPr>
            <a:xfrm>
              <a:off x="1215" y="7890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29"/>
              </p:custDataLst>
            </p:nvPr>
          </p:nvSpPr>
          <p:spPr>
            <a:xfrm>
              <a:off x="1423" y="8004"/>
              <a:ext cx="63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95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3" name="文本框 22"/>
            <p:cNvSpPr txBox="1"/>
            <p:nvPr>
              <p:custDataLst>
                <p:tags r:id="rId30"/>
              </p:custDataLst>
            </p:nvPr>
          </p:nvSpPr>
          <p:spPr>
            <a:xfrm>
              <a:off x="2055" y="7971"/>
              <a:ext cx="2039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X/Y</a:t>
              </a:r>
              <a:r>
                <a:rPr lang="zh-CN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轴对刀</a:t>
              </a:r>
              <a:endParaRPr 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31"/>
              </p:custDataLst>
            </p:nvPr>
          </p:nvSpPr>
          <p:spPr>
            <a:xfrm>
              <a:off x="1215" y="8768"/>
              <a:ext cx="4812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装夹基准刀具</a:t>
              </a:r>
              <a:r>
                <a:rPr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，确定工件</a:t>
              </a:r>
              <a:r>
                <a:rPr lang="en-US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XY</a:t>
              </a:r>
              <a:r>
                <a:rPr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</a:rPr>
                <a:t>坐标系</a:t>
              </a:r>
              <a:endPara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38" name="组合 37"/>
          <p:cNvGrpSpPr/>
          <p:nvPr/>
        </p:nvGrpSpPr>
        <p:grpSpPr>
          <a:xfrm>
            <a:off x="4322445" y="4424045"/>
            <a:ext cx="3545840" cy="2047240"/>
            <a:chOff x="6807" y="6967"/>
            <a:chExt cx="5584" cy="3224"/>
          </a:xfrm>
        </p:grpSpPr>
        <p:sp>
          <p:nvSpPr>
            <p:cNvPr id="25" name="任意多边形 24"/>
            <p:cNvSpPr/>
            <p:nvPr>
              <p:custDataLst>
                <p:tags r:id="rId32"/>
              </p:custDataLst>
            </p:nvPr>
          </p:nvSpPr>
          <p:spPr>
            <a:xfrm>
              <a:off x="6807" y="6967"/>
              <a:ext cx="5585" cy="3225"/>
            </a:xfrm>
            <a:custGeom>
              <a:avLst/>
              <a:gdLst>
                <a:gd name="sw" fmla="*/ 1 w 5585"/>
                <a:gd name="sh" fmla="*/ 1 h 3225"/>
                <a:gd name="mins" fmla="min sw sh"/>
                <a:gd name="dsw" fmla="+- 0 sw mins"/>
                <a:gd name="dsh" fmla="+- 0 sh mins"/>
                <a:gd name="p0x0" fmla="*/ 120 w 5585"/>
                <a:gd name="p0y0" fmla="*/ 0 h 3225"/>
                <a:gd name="p0x1" fmla="*/ 5465 w 5585"/>
                <a:gd name="p0y1" fmla="*/ 0 h 3225"/>
                <a:gd name="p0x2" fmla="*/ 5531 w 5585"/>
                <a:gd name="p0y2" fmla="*/ 0 h 3225"/>
                <a:gd name="p0x3" fmla="*/ 5585 w 5585"/>
                <a:gd name="p0y3" fmla="*/ 53 h 3225"/>
                <a:gd name="p0x4" fmla="*/ 5585 w 5585"/>
                <a:gd name="p0y4" fmla="*/ 120 h 3225"/>
                <a:gd name="p0x5" fmla="*/ 5585 w 5585"/>
                <a:gd name="p0y5" fmla="*/ 3105 h 3225"/>
                <a:gd name="p0x6" fmla="*/ 5585 w 5585"/>
                <a:gd name="p0y6" fmla="*/ 3171 h 3225"/>
                <a:gd name="p0x7" fmla="*/ 5531 w 5585"/>
                <a:gd name="p0y7" fmla="*/ 3225 h 3225"/>
                <a:gd name="p0x8" fmla="*/ 5465 w 5585"/>
                <a:gd name="p0y8" fmla="*/ 3225 h 3225"/>
                <a:gd name="p0x9" fmla="*/ 120 w 5585"/>
                <a:gd name="p0y9" fmla="*/ 3225 h 3225"/>
                <a:gd name="p0x10" fmla="*/ 53 w 5585"/>
                <a:gd name="p0y10" fmla="*/ 3225 h 3225"/>
                <a:gd name="p0x11" fmla="*/ 0 w 5585"/>
                <a:gd name="p0y11" fmla="*/ 3171 h 3225"/>
                <a:gd name="p0x12" fmla="*/ 0 w 5585"/>
                <a:gd name="p0y12" fmla="*/ 3105 h 3225"/>
                <a:gd name="p0x13" fmla="*/ 0 w 5585"/>
                <a:gd name="p0y13" fmla="*/ 120 h 3225"/>
                <a:gd name="p0x14" fmla="*/ 0 w 5585"/>
                <a:gd name="p0y14" fmla="*/ 53 h 3225"/>
                <a:gd name="p0x15" fmla="*/ 53 w 5585"/>
                <a:gd name="p0y15" fmla="*/ 0 h 3225"/>
                <a:gd name="p0x16" fmla="*/ 120 w 5585"/>
                <a:gd name="p0y16" fmla="*/ 0 h 32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6" name="任意多边形 25"/>
            <p:cNvSpPr/>
            <p:nvPr>
              <p:custDataLst>
                <p:tags r:id="rId33"/>
              </p:custDataLst>
            </p:nvPr>
          </p:nvSpPr>
          <p:spPr>
            <a:xfrm>
              <a:off x="7115" y="7890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7" name="文本框 26"/>
            <p:cNvSpPr txBox="1"/>
            <p:nvPr>
              <p:custDataLst>
                <p:tags r:id="rId34"/>
              </p:custDataLst>
            </p:nvPr>
          </p:nvSpPr>
          <p:spPr>
            <a:xfrm>
              <a:off x="7323" y="8004"/>
              <a:ext cx="63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95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8" name="文本框 27"/>
            <p:cNvSpPr txBox="1"/>
            <p:nvPr>
              <p:custDataLst>
                <p:tags r:id="rId35"/>
              </p:custDataLst>
            </p:nvPr>
          </p:nvSpPr>
          <p:spPr>
            <a:xfrm>
              <a:off x="7955" y="7971"/>
              <a:ext cx="1676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lang="en-US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</a:t>
              </a:r>
              <a:r>
                <a:rPr lang="zh-CN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轴对刀</a:t>
              </a:r>
              <a:endParaRPr 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9" name="文本框 28"/>
            <p:cNvSpPr txBox="1"/>
            <p:nvPr>
              <p:custDataLst>
                <p:tags r:id="rId36"/>
              </p:custDataLst>
            </p:nvPr>
          </p:nvSpPr>
          <p:spPr>
            <a:xfrm>
              <a:off x="7115" y="8768"/>
              <a:ext cx="497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装夹刀具进行</a:t>
              </a:r>
              <a:r>
                <a:rPr lang="en-US" altLang="zh-CN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</a:t>
              </a:r>
              <a:r>
                <a:rPr lang="zh-CN" altLang="en-US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轴对刀</a:t>
              </a:r>
              <a:endPara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  <p:grpSp>
        <p:nvGrpSpPr>
          <p:cNvPr id="39" name="组合 38"/>
          <p:cNvGrpSpPr/>
          <p:nvPr/>
        </p:nvGrpSpPr>
        <p:grpSpPr>
          <a:xfrm>
            <a:off x="8068945" y="4424045"/>
            <a:ext cx="3545840" cy="2047240"/>
            <a:chOff x="12707" y="6967"/>
            <a:chExt cx="5584" cy="3224"/>
          </a:xfrm>
        </p:grpSpPr>
        <p:sp>
          <p:nvSpPr>
            <p:cNvPr id="30" name="任意多边形 29"/>
            <p:cNvSpPr/>
            <p:nvPr>
              <p:custDataLst>
                <p:tags r:id="rId37"/>
              </p:custDataLst>
            </p:nvPr>
          </p:nvSpPr>
          <p:spPr>
            <a:xfrm>
              <a:off x="12707" y="6967"/>
              <a:ext cx="5585" cy="3225"/>
            </a:xfrm>
            <a:custGeom>
              <a:avLst/>
              <a:gdLst>
                <a:gd name="sw" fmla="*/ 1 w 5585"/>
                <a:gd name="sh" fmla="*/ 1 h 3225"/>
                <a:gd name="mins" fmla="min sw sh"/>
                <a:gd name="dsw" fmla="+- 0 sw mins"/>
                <a:gd name="dsh" fmla="+- 0 sh mins"/>
                <a:gd name="p0x0" fmla="*/ 120 w 5585"/>
                <a:gd name="p0y0" fmla="*/ 0 h 3225"/>
                <a:gd name="p0x1" fmla="*/ 5465 w 5585"/>
                <a:gd name="p0y1" fmla="*/ 0 h 3225"/>
                <a:gd name="p0x2" fmla="*/ 5531 w 5585"/>
                <a:gd name="p0y2" fmla="*/ 0 h 3225"/>
                <a:gd name="p0x3" fmla="*/ 5585 w 5585"/>
                <a:gd name="p0y3" fmla="*/ 53 h 3225"/>
                <a:gd name="p0x4" fmla="*/ 5585 w 5585"/>
                <a:gd name="p0y4" fmla="*/ 120 h 3225"/>
                <a:gd name="p0x5" fmla="*/ 5585 w 5585"/>
                <a:gd name="p0y5" fmla="*/ 3105 h 3225"/>
                <a:gd name="p0x6" fmla="*/ 5585 w 5585"/>
                <a:gd name="p0y6" fmla="*/ 3171 h 3225"/>
                <a:gd name="p0x7" fmla="*/ 5531 w 5585"/>
                <a:gd name="p0y7" fmla="*/ 3225 h 3225"/>
                <a:gd name="p0x8" fmla="*/ 5465 w 5585"/>
                <a:gd name="p0y8" fmla="*/ 3225 h 3225"/>
                <a:gd name="p0x9" fmla="*/ 120 w 5585"/>
                <a:gd name="p0y9" fmla="*/ 3225 h 3225"/>
                <a:gd name="p0x10" fmla="*/ 53 w 5585"/>
                <a:gd name="p0y10" fmla="*/ 3225 h 3225"/>
                <a:gd name="p0x11" fmla="*/ 0 w 5585"/>
                <a:gd name="p0y11" fmla="*/ 3171 h 3225"/>
                <a:gd name="p0x12" fmla="*/ 0 w 5585"/>
                <a:gd name="p0y12" fmla="*/ 3105 h 3225"/>
                <a:gd name="p0x13" fmla="*/ 0 w 5585"/>
                <a:gd name="p0y13" fmla="*/ 120 h 3225"/>
                <a:gd name="p0x14" fmla="*/ 0 w 5585"/>
                <a:gd name="p0y14" fmla="*/ 53 h 3225"/>
                <a:gd name="p0x15" fmla="*/ 53 w 5585"/>
                <a:gd name="p0y15" fmla="*/ 0 h 3225"/>
                <a:gd name="p0x16" fmla="*/ 120 w 5585"/>
                <a:gd name="p0y16" fmla="*/ 0 h 322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rgbClr val="FFFFFF">
                <a:alpha val="7843"/>
              </a:srgbClr>
            </a:solidFill>
            <a:ln w="9525" cmpd="sng">
              <a:solidFill>
                <a:srgbClr val="FFFFFF">
                  <a:alpha val="12157"/>
                </a:srgbClr>
              </a:solidFill>
              <a:prstDash val="solid"/>
            </a:ln>
            <a:effectLst>
              <a:outerShdw blurRad="371475" algn="ctr" rotWithShape="0">
                <a:srgbClr val="1C60F2">
                  <a:alpha val="52157"/>
                </a:srgbClr>
              </a:outerShdw>
            </a:effectLst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1" name="任意多边形 30"/>
            <p:cNvSpPr/>
            <p:nvPr>
              <p:custDataLst>
                <p:tags r:id="rId38"/>
              </p:custDataLst>
            </p:nvPr>
          </p:nvSpPr>
          <p:spPr>
            <a:xfrm>
              <a:off x="13015" y="7890"/>
              <a:ext cx="660" cy="660"/>
            </a:xfrm>
            <a:custGeom>
              <a:avLst/>
              <a:gdLst>
                <a:gd name="sw" fmla="*/ 1 w 660"/>
                <a:gd name="sh" fmla="*/ 1 h 660"/>
                <a:gd name="mins" fmla="min sw sh"/>
                <a:gd name="dsw" fmla="+- 0 sw mins"/>
                <a:gd name="dsh" fmla="+- 0 sh mins"/>
                <a:gd name="p0x0" fmla="*/ 120 w 660"/>
                <a:gd name="p0y0" fmla="*/ 0 h 660"/>
                <a:gd name="p0x1" fmla="*/ 540 w 660"/>
                <a:gd name="p0y1" fmla="*/ 0 h 660"/>
                <a:gd name="p0x2" fmla="*/ 606 w 660"/>
                <a:gd name="p0y2" fmla="*/ 0 h 660"/>
                <a:gd name="p0x3" fmla="*/ 660 w 660"/>
                <a:gd name="p0y3" fmla="*/ 53 h 660"/>
                <a:gd name="p0x4" fmla="*/ 660 w 660"/>
                <a:gd name="p0y4" fmla="*/ 120 h 660"/>
                <a:gd name="p0x5" fmla="*/ 660 w 660"/>
                <a:gd name="p0y5" fmla="*/ 540 h 660"/>
                <a:gd name="p0x6" fmla="*/ 660 w 660"/>
                <a:gd name="p0y6" fmla="*/ 606 h 660"/>
                <a:gd name="p0x7" fmla="*/ 606 w 660"/>
                <a:gd name="p0y7" fmla="*/ 660 h 660"/>
                <a:gd name="p0x8" fmla="*/ 540 w 660"/>
                <a:gd name="p0y8" fmla="*/ 660 h 660"/>
                <a:gd name="p0x9" fmla="*/ 120 w 660"/>
                <a:gd name="p0y9" fmla="*/ 660 h 660"/>
                <a:gd name="p0x10" fmla="*/ 53 w 660"/>
                <a:gd name="p0y10" fmla="*/ 660 h 660"/>
                <a:gd name="p0x11" fmla="*/ 0 w 660"/>
                <a:gd name="p0y11" fmla="*/ 606 h 660"/>
                <a:gd name="p0x12" fmla="*/ 0 w 660"/>
                <a:gd name="p0y12" fmla="*/ 540 h 660"/>
                <a:gd name="p0x13" fmla="*/ 0 w 660"/>
                <a:gd name="p0y13" fmla="*/ 120 h 660"/>
                <a:gd name="p0x14" fmla="*/ 0 w 660"/>
                <a:gd name="p0y14" fmla="*/ 53 h 660"/>
                <a:gd name="p0x15" fmla="*/ 53 w 660"/>
                <a:gd name="p0y15" fmla="*/ 0 h 660"/>
                <a:gd name="p0x16" fmla="*/ 120 w 660"/>
                <a:gd name="p0y16" fmla="*/ 0 h 660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cubicBezTo>
                    <a:pt x="p0x2" y="p0y2"/>
                    <a:pt x="p0x3" y="p0y3"/>
                    <a:pt x="p0x4" y="p0y4"/>
                  </a:cubicBezTo>
                  <a:lnTo>
                    <a:pt x="p0x5" y="p0y5"/>
                  </a:lnTo>
                  <a:cubicBezTo>
                    <a:pt x="p0x6" y="p0y6"/>
                    <a:pt x="p0x7" y="p0y7"/>
                    <a:pt x="p0x8" y="p0y8"/>
                  </a:cubicBezTo>
                  <a:lnTo>
                    <a:pt x="p0x9" y="p0y9"/>
                  </a:lnTo>
                  <a:cubicBezTo>
                    <a:pt x="p0x10" y="p0y10"/>
                    <a:pt x="p0x11" y="p0y11"/>
                    <a:pt x="p0x12" y="p0y12"/>
                  </a:cubicBezTo>
                  <a:lnTo>
                    <a:pt x="p0x13" y="p0y13"/>
                  </a:lnTo>
                  <a:cubicBezTo>
                    <a:pt x="p0x14" y="p0y14"/>
                    <a:pt x="p0x15" y="p0y15"/>
                    <a:pt x="p0x16" y="p0y16"/>
                  </a:cubicBezTo>
                  <a:close/>
                </a:path>
              </a:pathLst>
            </a:custGeom>
            <a:solidFill>
              <a:schemeClr val="accent1">
                <a:alpha val="16863"/>
              </a:scheme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2" name="文本框 31"/>
            <p:cNvSpPr txBox="1"/>
            <p:nvPr>
              <p:custDataLst>
                <p:tags r:id="rId39"/>
              </p:custDataLst>
            </p:nvPr>
          </p:nvSpPr>
          <p:spPr>
            <a:xfrm>
              <a:off x="13223" y="8004"/>
              <a:ext cx="633" cy="432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83000"/>
                </a:lnSpc>
              </a:pPr>
              <a:r>
                <a:rPr sz="1950"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endParaRPr sz="195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3" name="文本框 32"/>
            <p:cNvSpPr txBox="1"/>
            <p:nvPr>
              <p:custDataLst>
                <p:tags r:id="rId40"/>
              </p:custDataLst>
            </p:nvPr>
          </p:nvSpPr>
          <p:spPr>
            <a:xfrm>
              <a:off x="13855" y="7971"/>
              <a:ext cx="1800" cy="490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04000"/>
                </a:lnSpc>
              </a:pPr>
              <a:r>
                <a:rPr b="1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参数输入</a:t>
              </a:r>
              <a:endParaRPr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文本框 33"/>
            <p:cNvSpPr txBox="1"/>
            <p:nvPr>
              <p:custDataLst>
                <p:tags r:id="rId41"/>
              </p:custDataLst>
            </p:nvPr>
          </p:nvSpPr>
          <p:spPr>
            <a:xfrm>
              <a:off x="13015" y="8768"/>
              <a:ext cx="4970" cy="518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p>
              <a:pPr algn="l">
                <a:lnSpc>
                  <a:spcPct val="133000"/>
                </a:lnSpc>
              </a:pPr>
              <a:r>
                <a:rPr lang="zh-CN" sz="1500">
                  <a:solidFill>
                    <a:srgbClr val="000000">
                      <a:alpha val="72000"/>
                    </a:srgbClr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偏置参数输入</a:t>
              </a:r>
              <a:endParaRPr 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  <p:custDataLst>
      <p:tags r:id="rId4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97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450" decel="100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6536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45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34632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3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0726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450" decel="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" accel="100000" fill="hold">
                                          <p:stCondLst>
                                            <p:cond delay="45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192682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499974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35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fltVal val="0.807266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fltVal val="0.794398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25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/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164715" y="1022985"/>
            <a:ext cx="7943850" cy="492569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51660" y="993775"/>
            <a:ext cx="8106410" cy="496443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962785" y="1202690"/>
            <a:ext cx="8477250" cy="484251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019935" y="1112520"/>
            <a:ext cx="8152130" cy="48964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remove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84045" y="1142365"/>
            <a:ext cx="8423910" cy="50539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39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0" name="等腰三角形 39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仿真加工过程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6"/>
            </p:custDataLst>
          </p:nvPr>
        </p:nvSpPr>
        <p:spPr>
          <a:xfrm>
            <a:off x="338582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任意多边形 20"/>
          <p:cNvSpPr/>
          <p:nvPr>
            <p:custDataLst>
              <p:tags r:id="rId7"/>
            </p:custDataLst>
          </p:nvPr>
        </p:nvSpPr>
        <p:spPr>
          <a:xfrm>
            <a:off x="6195695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" name="任意多边形 29"/>
          <p:cNvSpPr/>
          <p:nvPr>
            <p:custDataLst>
              <p:tags r:id="rId8"/>
            </p:custDataLst>
          </p:nvPr>
        </p:nvSpPr>
        <p:spPr>
          <a:xfrm>
            <a:off x="9005570" y="1109345"/>
            <a:ext cx="2609850" cy="5362575"/>
          </a:xfrm>
          <a:custGeom>
            <a:avLst/>
            <a:gdLst>
              <a:gd name="sw" fmla="*/ 1 w 4110"/>
              <a:gd name="sh" fmla="*/ 1 h 8445"/>
              <a:gd name="mins" fmla="min sw sh"/>
              <a:gd name="dsw" fmla="+- 0 sw mins"/>
              <a:gd name="dsh" fmla="+- 0 sh mins"/>
              <a:gd name="p0x0" fmla="*/ 120 w 4110"/>
              <a:gd name="p0y0" fmla="*/ 0 h 8445"/>
              <a:gd name="p0x1" fmla="*/ 3990 w 4110"/>
              <a:gd name="p0y1" fmla="*/ 0 h 8445"/>
              <a:gd name="p0x2" fmla="*/ 4056 w 4110"/>
              <a:gd name="p0y2" fmla="*/ 0 h 8445"/>
              <a:gd name="p0x3" fmla="*/ 4110 w 4110"/>
              <a:gd name="p0y3" fmla="*/ 53 h 8445"/>
              <a:gd name="p0x4" fmla="*/ 4110 w 4110"/>
              <a:gd name="p0y4" fmla="*/ 120 h 8445"/>
              <a:gd name="p0x5" fmla="*/ 4110 w 4110"/>
              <a:gd name="p0y5" fmla="*/ 8325 h 8445"/>
              <a:gd name="p0x6" fmla="*/ 4110 w 4110"/>
              <a:gd name="p0y6" fmla="*/ 8391 h 8445"/>
              <a:gd name="p0x7" fmla="*/ 4056 w 4110"/>
              <a:gd name="p0y7" fmla="*/ 8445 h 8445"/>
              <a:gd name="p0x8" fmla="*/ 3990 w 4110"/>
              <a:gd name="p0y8" fmla="*/ 8445 h 8445"/>
              <a:gd name="p0x9" fmla="*/ 120 w 4110"/>
              <a:gd name="p0y9" fmla="*/ 8445 h 8445"/>
              <a:gd name="p0x10" fmla="*/ 53 w 4110"/>
              <a:gd name="p0y10" fmla="*/ 8445 h 8445"/>
              <a:gd name="p0x11" fmla="*/ 0 w 4110"/>
              <a:gd name="p0y11" fmla="*/ 8391 h 8445"/>
              <a:gd name="p0x12" fmla="*/ 0 w 4110"/>
              <a:gd name="p0y12" fmla="*/ 8325 h 8445"/>
              <a:gd name="p0x13" fmla="*/ 0 w 4110"/>
              <a:gd name="p0y13" fmla="*/ 120 h 8445"/>
              <a:gd name="p0x14" fmla="*/ 0 w 4110"/>
              <a:gd name="p0y14" fmla="*/ 53 h 8445"/>
              <a:gd name="p0x15" fmla="*/ 53 w 4110"/>
              <a:gd name="p0y15" fmla="*/ 0 h 8445"/>
              <a:gd name="p0x16" fmla="*/ 120 w 4110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工序20-凸模_20260623_17390930">
            <a:hlinkClick r:id="" action="ppaction://media"/>
          </p:cNvPr>
          <p:cNvPicPr>
            <a:picLocks noChangeAspect="1"/>
          </p:cNvPicPr>
          <p:nvPr>
            <a:videoFile r:link="rId9"/>
            <p:extLst>
              <p:ext uri="{DAA4B4D4-6D71-4841-9C94-3DE7FCFB9230}">
                <p14:media xmlns:p14="http://schemas.microsoft.com/office/powerpoint/2010/main" r:link="rId10"/>
              </p:ext>
            </p:extLst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1858010" y="1003300"/>
            <a:ext cx="8315960" cy="498411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1"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5848733" y="2181976"/>
            <a:ext cx="655949" cy="1107996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r>
              <a:rPr lang="en-US" altLang="zh-CN" sz="660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6</a:t>
            </a:r>
            <a:endParaRPr lang="en-US" altLang="zh-CN" sz="6600" dirty="0">
              <a:solidFill>
                <a:schemeClr val="dk1">
                  <a:lumMod val="85000"/>
                  <a:lumOff val="15000"/>
                </a:schemeClr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000">
                <a:solidFill>
                  <a:schemeClr val="accent1"/>
                </a:solidFill>
              </a:rPr>
              <a:t>总结与展望</a:t>
            </a:r>
            <a:endParaRPr lang="zh-CN" altLang="en-US" sz="4000">
              <a:solidFill>
                <a:schemeClr val="accent1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5577367" y="1958149"/>
            <a:ext cx="1427629" cy="306705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en-US" altLang="zh-CN" sz="1400" kern="2600" spc="2000">
                <a:solidFill>
                  <a:schemeClr val="dk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ONE</a:t>
            </a:r>
            <a:endParaRPr lang="en-US" altLang="zh-CN" sz="1400" kern="2600" spc="2000">
              <a:solidFill>
                <a:schemeClr val="dk1"/>
              </a:solidFill>
              <a:uFillTx/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48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49" name="等腰三角形 48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33400" y="357188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总结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11039475" cy="1533525"/>
          </a:xfrm>
          <a:custGeom>
            <a:avLst/>
            <a:gdLst>
              <a:gd name="sw" fmla="*/ 1 w 17385"/>
              <a:gd name="sh" fmla="*/ 1 h 2415"/>
              <a:gd name="mins" fmla="min sw sh"/>
              <a:gd name="dsw" fmla="+- 0 sw mins"/>
              <a:gd name="dsh" fmla="+- 0 sh mins"/>
              <a:gd name="p0x0" fmla="*/ 120 w 17385"/>
              <a:gd name="p0y0" fmla="*/ 0 h 2415"/>
              <a:gd name="p0x1" fmla="*/ 17265 w 17385"/>
              <a:gd name="p0y1" fmla="*/ 0 h 2415"/>
              <a:gd name="p0x2" fmla="*/ 17331 w 17385"/>
              <a:gd name="p0y2" fmla="*/ 0 h 2415"/>
              <a:gd name="p0x3" fmla="*/ 17385 w 17385"/>
              <a:gd name="p0y3" fmla="*/ 53 h 2415"/>
              <a:gd name="p0x4" fmla="*/ 17385 w 17385"/>
              <a:gd name="p0y4" fmla="*/ 120 h 2415"/>
              <a:gd name="p0x5" fmla="*/ 17385 w 17385"/>
              <a:gd name="p0y5" fmla="*/ 2295 h 2415"/>
              <a:gd name="p0x6" fmla="*/ 17385 w 17385"/>
              <a:gd name="p0y6" fmla="*/ 2361 h 2415"/>
              <a:gd name="p0x7" fmla="*/ 17331 w 17385"/>
              <a:gd name="p0y7" fmla="*/ 2415 h 2415"/>
              <a:gd name="p0x8" fmla="*/ 17265 w 17385"/>
              <a:gd name="p0y8" fmla="*/ 2415 h 2415"/>
              <a:gd name="p0x9" fmla="*/ 120 w 17385"/>
              <a:gd name="p0y9" fmla="*/ 2415 h 2415"/>
              <a:gd name="p0x10" fmla="*/ 53 w 17385"/>
              <a:gd name="p0y10" fmla="*/ 2415 h 2415"/>
              <a:gd name="p0x11" fmla="*/ 0 w 17385"/>
              <a:gd name="p0y11" fmla="*/ 2361 h 2415"/>
              <a:gd name="p0x12" fmla="*/ 0 w 17385"/>
              <a:gd name="p0y12" fmla="*/ 2295 h 2415"/>
              <a:gd name="p0x13" fmla="*/ 0 w 17385"/>
              <a:gd name="p0y13" fmla="*/ 120 h 2415"/>
              <a:gd name="p0x14" fmla="*/ 0 w 17385"/>
              <a:gd name="p0y14" fmla="*/ 53 h 2415"/>
              <a:gd name="p0x15" fmla="*/ 53 w 17385"/>
              <a:gd name="p0y15" fmla="*/ 0 h 2415"/>
              <a:gd name="p0x16" fmla="*/ 120 w 17385"/>
              <a:gd name="p0y16" fmla="*/ 0 h 241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1506807" y="1589723"/>
            <a:ext cx="9178309" cy="57340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lang="en-US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CAD/CAM</a:t>
            </a:r>
            <a:r>
              <a:rPr lang="zh-CN" sz="33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集成技术显著提升设计与制造效率</a:t>
            </a:r>
            <a:endParaRPr lang="zh-CN" sz="33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任意多边形 5"/>
          <p:cNvSpPr/>
          <p:nvPr>
            <p:custDataLst>
              <p:tags r:id="rId7"/>
            </p:custDataLst>
          </p:nvPr>
        </p:nvSpPr>
        <p:spPr>
          <a:xfrm>
            <a:off x="575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20 w 5585"/>
              <a:gd name="p0y0" fmla="*/ 0 h 5655"/>
              <a:gd name="p0x1" fmla="*/ 5465 w 5585"/>
              <a:gd name="p0y1" fmla="*/ 0 h 5655"/>
              <a:gd name="p0x2" fmla="*/ 5531 w 5585"/>
              <a:gd name="p0y2" fmla="*/ 0 h 5655"/>
              <a:gd name="p0x3" fmla="*/ 5585 w 5585"/>
              <a:gd name="p0y3" fmla="*/ 53 h 5655"/>
              <a:gd name="p0x4" fmla="*/ 5585 w 5585"/>
              <a:gd name="p0y4" fmla="*/ 120 h 5655"/>
              <a:gd name="p0x5" fmla="*/ 5585 w 5585"/>
              <a:gd name="p0y5" fmla="*/ 5535 h 5655"/>
              <a:gd name="p0x6" fmla="*/ 5585 w 5585"/>
              <a:gd name="p0y6" fmla="*/ 5601 h 5655"/>
              <a:gd name="p0x7" fmla="*/ 5531 w 5585"/>
              <a:gd name="p0y7" fmla="*/ 5655 h 5655"/>
              <a:gd name="p0x8" fmla="*/ 5465 w 5585"/>
              <a:gd name="p0y8" fmla="*/ 5655 h 5655"/>
              <a:gd name="p0x9" fmla="*/ 120 w 5585"/>
              <a:gd name="p0y9" fmla="*/ 5655 h 5655"/>
              <a:gd name="p0x10" fmla="*/ 53 w 5585"/>
              <a:gd name="p0y10" fmla="*/ 5655 h 5655"/>
              <a:gd name="p0x11" fmla="*/ 0 w 5585"/>
              <a:gd name="p0y11" fmla="*/ 5601 h 5655"/>
              <a:gd name="p0x12" fmla="*/ 0 w 5585"/>
              <a:gd name="p0y12" fmla="*/ 5535 h 5655"/>
              <a:gd name="p0x13" fmla="*/ 0 w 5585"/>
              <a:gd name="p0y13" fmla="*/ 120 h 5655"/>
              <a:gd name="p0x14" fmla="*/ 0 w 5585"/>
              <a:gd name="p0y14" fmla="*/ 53 h 5655"/>
              <a:gd name="p0x15" fmla="*/ 53 w 5585"/>
              <a:gd name="p0y15" fmla="*/ 0 h 5655"/>
              <a:gd name="p0x16" fmla="*/ 120 w 558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任意多边形 6"/>
          <p:cNvSpPr/>
          <p:nvPr>
            <p:custDataLst>
              <p:tags r:id="rId8"/>
            </p:custDataLst>
          </p:nvPr>
        </p:nvSpPr>
        <p:spPr>
          <a:xfrm>
            <a:off x="771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 l="-2000" t="-3067" r="-2000" b="-3067"/>
          <a:stretch>
            <a:fillRect/>
          </a:stretch>
        </p:blipFill>
        <p:spPr>
          <a:xfrm>
            <a:off x="857250" y="3157220"/>
            <a:ext cx="247650" cy="252730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12"/>
            </p:custDataLst>
          </p:nvPr>
        </p:nvSpPr>
        <p:spPr>
          <a:xfrm>
            <a:off x="1304925" y="310324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完成的工作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任意多边形 9"/>
          <p:cNvSpPr/>
          <p:nvPr>
            <p:custDataLst>
              <p:tags r:id="rId13"/>
            </p:custDataLst>
          </p:nvPr>
        </p:nvSpPr>
        <p:spPr>
          <a:xfrm>
            <a:off x="771525" y="381444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rcRect l="-7143" r="-7143"/>
          <a:stretch>
            <a:fillRect/>
          </a:stretch>
        </p:blipFill>
        <p:spPr>
          <a:xfrm>
            <a:off x="828675" y="3871595"/>
            <a:ext cx="152400" cy="15240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7"/>
            </p:custDataLst>
          </p:nvPr>
        </p:nvSpPr>
        <p:spPr>
          <a:xfrm>
            <a:off x="1152525" y="3629025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SolidWorks</a:t>
            </a: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三维参数化建模</a:t>
            </a:r>
            <a:r>
              <a:rPr lang="en-US" alt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+ </a:t>
            </a: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标准工程图</a:t>
            </a:r>
            <a:endParaRPr lang="zh-CN" altLang="en-US"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任意多边形 12"/>
          <p:cNvSpPr/>
          <p:nvPr>
            <p:custDataLst>
              <p:tags r:id="rId18"/>
            </p:custDataLst>
          </p:nvPr>
        </p:nvSpPr>
        <p:spPr>
          <a:xfrm>
            <a:off x="771525" y="449072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 t="-11538" b="-11538"/>
          <a:stretch>
            <a:fillRect/>
          </a:stretch>
        </p:blipFill>
        <p:spPr>
          <a:xfrm>
            <a:off x="828675" y="4547870"/>
            <a:ext cx="152400" cy="152400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22"/>
            </p:custDataLst>
          </p:nvPr>
        </p:nvSpPr>
        <p:spPr>
          <a:xfrm>
            <a:off x="1152525" y="4305300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科学合理的工艺规程（凸模</a:t>
            </a:r>
            <a:r>
              <a:rPr lang="en-US" alt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工序、凹模</a:t>
            </a:r>
            <a:r>
              <a:rPr lang="en-US" alt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工序）</a:t>
            </a:r>
            <a:endParaRPr lang="zh-CN" altLang="en-US"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任意多边形 15"/>
          <p:cNvSpPr/>
          <p:nvPr>
            <p:custDataLst>
              <p:tags r:id="rId23"/>
            </p:custDataLst>
          </p:nvPr>
        </p:nvSpPr>
        <p:spPr>
          <a:xfrm>
            <a:off x="771525" y="516699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7" name="图片 16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rcRect/>
          <a:stretch>
            <a:fillRect/>
          </a:stretch>
        </p:blipFill>
        <p:spPr>
          <a:xfrm>
            <a:off x="847725" y="5224145"/>
            <a:ext cx="114300" cy="152400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27"/>
            </p:custDataLst>
          </p:nvPr>
        </p:nvSpPr>
        <p:spPr>
          <a:xfrm>
            <a:off x="1152525" y="4981575"/>
            <a:ext cx="2754068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Mastercam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数控编程（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套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.nc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程序）</a:t>
            </a:r>
            <a:endParaRPr lang="zh-CN" altLang="en-US"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任意多边形 18"/>
          <p:cNvSpPr/>
          <p:nvPr>
            <p:custDataLst>
              <p:tags r:id="rId28"/>
            </p:custDataLst>
          </p:nvPr>
        </p:nvSpPr>
        <p:spPr>
          <a:xfrm>
            <a:off x="771525" y="584327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0" name="图片 19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/>
          <a:stretch>
            <a:fillRect/>
          </a:stretch>
        </p:blipFill>
        <p:spPr>
          <a:xfrm>
            <a:off x="847725" y="5900420"/>
            <a:ext cx="114300" cy="152400"/>
          </a:xfrm>
          <a:prstGeom prst="rect">
            <a:avLst/>
          </a:prstGeom>
        </p:spPr>
      </p:pic>
      <p:sp>
        <p:nvSpPr>
          <p:cNvPr id="21" name="文本框 20"/>
          <p:cNvSpPr txBox="1"/>
          <p:nvPr>
            <p:custDataLst>
              <p:tags r:id="rId32"/>
            </p:custDataLst>
          </p:nvPr>
        </p:nvSpPr>
        <p:spPr>
          <a:xfrm>
            <a:off x="1152525" y="5657850"/>
            <a:ext cx="266700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宇龙仿真全流程验证，所有关键尺寸合格</a:t>
            </a:r>
            <a:endParaRPr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任意多边形 21"/>
          <p:cNvSpPr/>
          <p:nvPr>
            <p:custDataLst>
              <p:tags r:id="rId33"/>
            </p:custDataLst>
          </p:nvPr>
        </p:nvSpPr>
        <p:spPr>
          <a:xfrm>
            <a:off x="43224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20 w 5585"/>
              <a:gd name="p0y0" fmla="*/ 0 h 5655"/>
              <a:gd name="p0x1" fmla="*/ 5465 w 5585"/>
              <a:gd name="p0y1" fmla="*/ 0 h 5655"/>
              <a:gd name="p0x2" fmla="*/ 5531 w 5585"/>
              <a:gd name="p0y2" fmla="*/ 0 h 5655"/>
              <a:gd name="p0x3" fmla="*/ 5585 w 5585"/>
              <a:gd name="p0y3" fmla="*/ 53 h 5655"/>
              <a:gd name="p0x4" fmla="*/ 5585 w 5585"/>
              <a:gd name="p0y4" fmla="*/ 120 h 5655"/>
              <a:gd name="p0x5" fmla="*/ 5585 w 5585"/>
              <a:gd name="p0y5" fmla="*/ 5535 h 5655"/>
              <a:gd name="p0x6" fmla="*/ 5585 w 5585"/>
              <a:gd name="p0y6" fmla="*/ 5601 h 5655"/>
              <a:gd name="p0x7" fmla="*/ 5531 w 5585"/>
              <a:gd name="p0y7" fmla="*/ 5655 h 5655"/>
              <a:gd name="p0x8" fmla="*/ 5465 w 5585"/>
              <a:gd name="p0y8" fmla="*/ 5655 h 5655"/>
              <a:gd name="p0x9" fmla="*/ 120 w 5585"/>
              <a:gd name="p0y9" fmla="*/ 5655 h 5655"/>
              <a:gd name="p0x10" fmla="*/ 53 w 5585"/>
              <a:gd name="p0y10" fmla="*/ 5655 h 5655"/>
              <a:gd name="p0x11" fmla="*/ 0 w 5585"/>
              <a:gd name="p0y11" fmla="*/ 5601 h 5655"/>
              <a:gd name="p0x12" fmla="*/ 0 w 5585"/>
              <a:gd name="p0y12" fmla="*/ 5535 h 5655"/>
              <a:gd name="p0x13" fmla="*/ 0 w 5585"/>
              <a:gd name="p0y13" fmla="*/ 120 h 5655"/>
              <a:gd name="p0x14" fmla="*/ 0 w 5585"/>
              <a:gd name="p0y14" fmla="*/ 53 h 5655"/>
              <a:gd name="p0x15" fmla="*/ 53 w 5585"/>
              <a:gd name="p0y15" fmla="*/ 0 h 5655"/>
              <a:gd name="p0x16" fmla="*/ 120 w 558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34"/>
            </p:custDataLst>
          </p:nvPr>
        </p:nvSpPr>
        <p:spPr>
          <a:xfrm>
            <a:off x="45180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35"/>
            </p:custDataLst>
          </p:nvPr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rcRect l="-1404" t="-1026" r="-1404" b="-1026"/>
          <a:stretch>
            <a:fillRect/>
          </a:stretch>
        </p:blipFill>
        <p:spPr>
          <a:xfrm>
            <a:off x="4634230" y="3157220"/>
            <a:ext cx="186055" cy="252730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8"/>
            </p:custDataLst>
          </p:nvPr>
        </p:nvSpPr>
        <p:spPr>
          <a:xfrm>
            <a:off x="5051451" y="3103245"/>
            <a:ext cx="13335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主要结论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9"/>
            </p:custDataLst>
          </p:nvPr>
        </p:nvSpPr>
        <p:spPr>
          <a:xfrm>
            <a:off x="4518025" y="3981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40"/>
            </p:custDataLst>
          </p:nvPr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4575175" y="4038600"/>
            <a:ext cx="152400" cy="152400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43"/>
            </p:custDataLst>
          </p:nvPr>
        </p:nvSpPr>
        <p:spPr>
          <a:xfrm>
            <a:off x="4899051" y="3795713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CAD/CAM</a:t>
            </a:r>
            <a:r>
              <a:rPr 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集成技术显著提升设计与制造效率</a:t>
            </a:r>
            <a:endParaRPr lang="zh-CN"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44"/>
            </p:custDataLst>
          </p:nvPr>
        </p:nvSpPr>
        <p:spPr>
          <a:xfrm>
            <a:off x="45180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45"/>
            </p:custDataLst>
          </p:nvPr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 l="-6250" r="-6250"/>
          <a:stretch>
            <a:fillRect/>
          </a:stretch>
        </p:blipFill>
        <p:spPr>
          <a:xfrm>
            <a:off x="4565650" y="4886325"/>
            <a:ext cx="171450" cy="152400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8"/>
            </p:custDataLst>
          </p:nvPr>
        </p:nvSpPr>
        <p:spPr>
          <a:xfrm>
            <a:off x="4899051" y="4643438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合理的工艺路线和基准选择是加工精度的前提</a:t>
            </a:r>
            <a:endParaRPr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9"/>
            </p:custDataLst>
          </p:nvPr>
        </p:nvSpPr>
        <p:spPr>
          <a:xfrm>
            <a:off x="4518025" y="5676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3" name="图片 32"/>
          <p:cNvPicPr>
            <a:picLocks noChangeAspect="1"/>
          </p:cNvPicPr>
          <p:nvPr>
            <p:custDataLst>
              <p:tags r:id="rId50"/>
            </p:custDataLst>
          </p:nvPr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 l="-3333" t="-3333" r="-3333" b="-3333"/>
          <a:stretch>
            <a:fillRect/>
          </a:stretch>
        </p:blipFill>
        <p:spPr>
          <a:xfrm>
            <a:off x="4575175" y="5734050"/>
            <a:ext cx="152400" cy="152400"/>
          </a:xfrm>
          <a:prstGeom prst="rect">
            <a:avLst/>
          </a:prstGeom>
        </p:spPr>
      </p:pic>
      <p:sp>
        <p:nvSpPr>
          <p:cNvPr id="34" name="文本框 33"/>
          <p:cNvSpPr txBox="1"/>
          <p:nvPr>
            <p:custDataLst>
              <p:tags r:id="rId53"/>
            </p:custDataLst>
          </p:nvPr>
        </p:nvSpPr>
        <p:spPr>
          <a:xfrm>
            <a:off x="4899051" y="5491163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数控仿真是连接编程与实际加工的</a:t>
            </a:r>
            <a:r>
              <a:rPr lang="en-US" alt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r>
              <a:rPr lang="zh-CN" altLang="en-US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安全桥梁</a:t>
            </a:r>
            <a:r>
              <a:rPr lang="en-US" altLang="zh-CN"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"</a:t>
            </a:r>
            <a:endParaRPr lang="en-US" altLang="zh-CN"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任意多边形 34"/>
          <p:cNvSpPr/>
          <p:nvPr>
            <p:custDataLst>
              <p:tags r:id="rId54"/>
            </p:custDataLst>
          </p:nvPr>
        </p:nvSpPr>
        <p:spPr>
          <a:xfrm>
            <a:off x="8068945" y="2880995"/>
            <a:ext cx="3546475" cy="3590925"/>
          </a:xfrm>
          <a:custGeom>
            <a:avLst/>
            <a:gdLst>
              <a:gd name="sw" fmla="*/ 1 w 5585"/>
              <a:gd name="sh" fmla="*/ 1 h 5655"/>
              <a:gd name="mins" fmla="min sw sh"/>
              <a:gd name="dsw" fmla="+- 0 sw mins"/>
              <a:gd name="dsh" fmla="+- 0 sh mins"/>
              <a:gd name="p0x0" fmla="*/ 120 w 5585"/>
              <a:gd name="p0y0" fmla="*/ 0 h 5655"/>
              <a:gd name="p0x1" fmla="*/ 5465 w 5585"/>
              <a:gd name="p0y1" fmla="*/ 0 h 5655"/>
              <a:gd name="p0x2" fmla="*/ 5531 w 5585"/>
              <a:gd name="p0y2" fmla="*/ 0 h 5655"/>
              <a:gd name="p0x3" fmla="*/ 5585 w 5585"/>
              <a:gd name="p0y3" fmla="*/ 53 h 5655"/>
              <a:gd name="p0x4" fmla="*/ 5585 w 5585"/>
              <a:gd name="p0y4" fmla="*/ 120 h 5655"/>
              <a:gd name="p0x5" fmla="*/ 5585 w 5585"/>
              <a:gd name="p0y5" fmla="*/ 5535 h 5655"/>
              <a:gd name="p0x6" fmla="*/ 5585 w 5585"/>
              <a:gd name="p0y6" fmla="*/ 5601 h 5655"/>
              <a:gd name="p0x7" fmla="*/ 5531 w 5585"/>
              <a:gd name="p0y7" fmla="*/ 5655 h 5655"/>
              <a:gd name="p0x8" fmla="*/ 5465 w 5585"/>
              <a:gd name="p0y8" fmla="*/ 5655 h 5655"/>
              <a:gd name="p0x9" fmla="*/ 120 w 5585"/>
              <a:gd name="p0y9" fmla="*/ 5655 h 5655"/>
              <a:gd name="p0x10" fmla="*/ 53 w 5585"/>
              <a:gd name="p0y10" fmla="*/ 5655 h 5655"/>
              <a:gd name="p0x11" fmla="*/ 0 w 5585"/>
              <a:gd name="p0y11" fmla="*/ 5601 h 5655"/>
              <a:gd name="p0x12" fmla="*/ 0 w 5585"/>
              <a:gd name="p0y12" fmla="*/ 5535 h 5655"/>
              <a:gd name="p0x13" fmla="*/ 0 w 5585"/>
              <a:gd name="p0y13" fmla="*/ 120 h 5655"/>
              <a:gd name="p0x14" fmla="*/ 0 w 5585"/>
              <a:gd name="p0y14" fmla="*/ 53 h 5655"/>
              <a:gd name="p0x15" fmla="*/ 53 w 5585"/>
              <a:gd name="p0y15" fmla="*/ 0 h 5655"/>
              <a:gd name="p0x16" fmla="*/ 120 w 5585"/>
              <a:gd name="p0y16" fmla="*/ 0 h 565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" name="任意多边形 35"/>
          <p:cNvSpPr/>
          <p:nvPr>
            <p:custDataLst>
              <p:tags r:id="rId55"/>
            </p:custDataLst>
          </p:nvPr>
        </p:nvSpPr>
        <p:spPr>
          <a:xfrm>
            <a:off x="8264525" y="3076575"/>
            <a:ext cx="419100" cy="419100"/>
          </a:xfrm>
          <a:custGeom>
            <a:avLst/>
            <a:gdLst>
              <a:gd name="sw" fmla="*/ 1 w 660"/>
              <a:gd name="sh" fmla="*/ 1 h 660"/>
              <a:gd name="mins" fmla="min sw sh"/>
              <a:gd name="dsw" fmla="+- 0 sw mins"/>
              <a:gd name="dsh" fmla="+- 0 sh mins"/>
              <a:gd name="p0x0" fmla="*/ 120 w 660"/>
              <a:gd name="p0y0" fmla="*/ 0 h 660"/>
              <a:gd name="p0x1" fmla="*/ 540 w 660"/>
              <a:gd name="p0y1" fmla="*/ 0 h 660"/>
              <a:gd name="p0x2" fmla="*/ 606 w 660"/>
              <a:gd name="p0y2" fmla="*/ 0 h 660"/>
              <a:gd name="p0x3" fmla="*/ 660 w 660"/>
              <a:gd name="p0y3" fmla="*/ 53 h 660"/>
              <a:gd name="p0x4" fmla="*/ 660 w 660"/>
              <a:gd name="p0y4" fmla="*/ 120 h 660"/>
              <a:gd name="p0x5" fmla="*/ 660 w 660"/>
              <a:gd name="p0y5" fmla="*/ 540 h 660"/>
              <a:gd name="p0x6" fmla="*/ 660 w 660"/>
              <a:gd name="p0y6" fmla="*/ 606 h 660"/>
              <a:gd name="p0x7" fmla="*/ 606 w 660"/>
              <a:gd name="p0y7" fmla="*/ 660 h 660"/>
              <a:gd name="p0x8" fmla="*/ 540 w 660"/>
              <a:gd name="p0y8" fmla="*/ 660 h 660"/>
              <a:gd name="p0x9" fmla="*/ 120 w 660"/>
              <a:gd name="p0y9" fmla="*/ 660 h 660"/>
              <a:gd name="p0x10" fmla="*/ 53 w 660"/>
              <a:gd name="p0y10" fmla="*/ 660 h 660"/>
              <a:gd name="p0x11" fmla="*/ 0 w 660"/>
              <a:gd name="p0y11" fmla="*/ 606 h 660"/>
              <a:gd name="p0x12" fmla="*/ 0 w 660"/>
              <a:gd name="p0y12" fmla="*/ 540 h 660"/>
              <a:gd name="p0x13" fmla="*/ 0 w 660"/>
              <a:gd name="p0y13" fmla="*/ 120 h 660"/>
              <a:gd name="p0x14" fmla="*/ 0 w 660"/>
              <a:gd name="p0y14" fmla="*/ 53 h 660"/>
              <a:gd name="p0x15" fmla="*/ 53 w 660"/>
              <a:gd name="p0y15" fmla="*/ 0 h 660"/>
              <a:gd name="p0x16" fmla="*/ 120 w 660"/>
              <a:gd name="p0y16" fmla="*/ 0 h 66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7" name="图片 36"/>
          <p:cNvPicPr>
            <a:picLocks noChangeAspect="1"/>
          </p:cNvPicPr>
          <p:nvPr>
            <p:custDataLst>
              <p:tags r:id="rId56"/>
            </p:custDataLst>
          </p:nvPr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 l="-2738" t="-38444" r="-2738" b="-38444"/>
          <a:stretch>
            <a:fillRect/>
          </a:stretch>
        </p:blipFill>
        <p:spPr>
          <a:xfrm>
            <a:off x="8333105" y="3157220"/>
            <a:ext cx="281305" cy="252730"/>
          </a:xfrm>
          <a:prstGeom prst="rect">
            <a:avLst/>
          </a:prstGeom>
        </p:spPr>
      </p:pic>
      <p:sp>
        <p:nvSpPr>
          <p:cNvPr id="38" name="文本框 37"/>
          <p:cNvSpPr txBox="1"/>
          <p:nvPr>
            <p:custDataLst>
              <p:tags r:id="rId59"/>
            </p:custDataLst>
          </p:nvPr>
        </p:nvSpPr>
        <p:spPr>
          <a:xfrm>
            <a:off x="8797976" y="3103245"/>
            <a:ext cx="1600200" cy="3657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4000"/>
              </a:lnSpc>
            </a:pPr>
            <a:r>
              <a:rPr sz="21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不足与改进</a:t>
            </a:r>
            <a:endParaRPr sz="21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9" name="任意多边形 38"/>
          <p:cNvSpPr/>
          <p:nvPr>
            <p:custDataLst>
              <p:tags r:id="rId60"/>
            </p:custDataLst>
          </p:nvPr>
        </p:nvSpPr>
        <p:spPr>
          <a:xfrm>
            <a:off x="8264525" y="398145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0" name="图片 39"/>
          <p:cNvPicPr>
            <a:picLocks noChangeAspect="1"/>
          </p:cNvPicPr>
          <p:nvPr>
            <p:custDataLst>
              <p:tags r:id="rId61"/>
            </p:custDataLst>
          </p:nvPr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>
            <a:fillRect/>
          </a:stretch>
        </p:blipFill>
        <p:spPr>
          <a:xfrm>
            <a:off x="8321675" y="4038600"/>
            <a:ext cx="152400" cy="152400"/>
          </a:xfrm>
          <a:prstGeom prst="rect">
            <a:avLst/>
          </a:prstGeom>
        </p:spPr>
      </p:pic>
      <p:sp>
        <p:nvSpPr>
          <p:cNvPr id="41" name="文本框 40"/>
          <p:cNvSpPr txBox="1"/>
          <p:nvPr>
            <p:custDataLst>
              <p:tags r:id="rId64"/>
            </p:custDataLst>
          </p:nvPr>
        </p:nvSpPr>
        <p:spPr>
          <a:xfrm>
            <a:off x="8645576" y="3948113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分层策略可优化为切深递减</a:t>
            </a:r>
            <a:endParaRPr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任意多边形 41"/>
          <p:cNvSpPr/>
          <p:nvPr>
            <p:custDataLst>
              <p:tags r:id="rId65"/>
            </p:custDataLst>
          </p:nvPr>
        </p:nvSpPr>
        <p:spPr>
          <a:xfrm>
            <a:off x="8264525" y="4829175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3" name="图片 42"/>
          <p:cNvPicPr>
            <a:picLocks noChangeAspect="1"/>
          </p:cNvPicPr>
          <p:nvPr>
            <p:custDataLst>
              <p:tags r:id="rId66"/>
            </p:custDataLst>
          </p:nvPr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 t="-3333" b="-3333"/>
          <a:stretch>
            <a:fillRect/>
          </a:stretch>
        </p:blipFill>
        <p:spPr>
          <a:xfrm>
            <a:off x="8321675" y="4886325"/>
            <a:ext cx="152400" cy="152400"/>
          </a:xfrm>
          <a:prstGeom prst="rect">
            <a:avLst/>
          </a:prstGeom>
        </p:spPr>
      </p:pic>
      <p:sp>
        <p:nvSpPr>
          <p:cNvPr id="44" name="文本框 43"/>
          <p:cNvSpPr txBox="1"/>
          <p:nvPr>
            <p:custDataLst>
              <p:tags r:id="rId69"/>
            </p:custDataLst>
          </p:nvPr>
        </p:nvSpPr>
        <p:spPr>
          <a:xfrm>
            <a:off x="8645576" y="4643438"/>
            <a:ext cx="2774975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>
                    <a:alpha val="72000"/>
                  </a:srgbClr>
                </a:solidFill>
                <a:latin typeface="微软雅黑" panose="020B0503020204020204" charset="-122"/>
                <a:ea typeface="微软雅黑" panose="020B0503020204020204" charset="-122"/>
              </a:rPr>
              <a:t>仿真未考虑刀具磨损、振动等实际因素</a:t>
            </a:r>
            <a:endParaRPr sz="1500">
              <a:solidFill>
                <a:srgbClr val="000000">
                  <a:alpha val="72000"/>
                </a:srgbClr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任意多边形 44"/>
          <p:cNvSpPr/>
          <p:nvPr>
            <p:custDataLst>
              <p:tags r:id="rId70"/>
            </p:custDataLst>
          </p:nvPr>
        </p:nvSpPr>
        <p:spPr>
          <a:xfrm>
            <a:off x="8264525" y="5676900"/>
            <a:ext cx="266700" cy="266700"/>
          </a:xfrm>
          <a:custGeom>
            <a:avLst/>
            <a:gdLst>
              <a:gd name="sw" fmla="*/ 1 w 420"/>
              <a:gd name="sh" fmla="*/ 1 h 420"/>
              <a:gd name="mins" fmla="min sw sh"/>
              <a:gd name="dsw" fmla="+- 0 sw mins"/>
              <a:gd name="dsh" fmla="+- 0 sh mins"/>
              <a:gd name="p0x0" fmla="*/ 120 w 420"/>
              <a:gd name="p0y0" fmla="*/ 0 h 420"/>
              <a:gd name="p0x1" fmla="*/ 300 w 420"/>
              <a:gd name="p0y1" fmla="*/ 0 h 420"/>
              <a:gd name="p0x2" fmla="*/ 366 w 420"/>
              <a:gd name="p0y2" fmla="*/ 0 h 420"/>
              <a:gd name="p0x3" fmla="*/ 420 w 420"/>
              <a:gd name="p0y3" fmla="*/ 53 h 420"/>
              <a:gd name="p0x4" fmla="*/ 420 w 420"/>
              <a:gd name="p0y4" fmla="*/ 120 h 420"/>
              <a:gd name="p0x5" fmla="*/ 420 w 420"/>
              <a:gd name="p0y5" fmla="*/ 300 h 420"/>
              <a:gd name="p0x6" fmla="*/ 420 w 420"/>
              <a:gd name="p0y6" fmla="*/ 366 h 420"/>
              <a:gd name="p0x7" fmla="*/ 366 w 420"/>
              <a:gd name="p0y7" fmla="*/ 420 h 420"/>
              <a:gd name="p0x8" fmla="*/ 300 w 420"/>
              <a:gd name="p0y8" fmla="*/ 420 h 420"/>
              <a:gd name="p0x9" fmla="*/ 120 w 420"/>
              <a:gd name="p0y9" fmla="*/ 420 h 420"/>
              <a:gd name="p0x10" fmla="*/ 53 w 420"/>
              <a:gd name="p0y10" fmla="*/ 420 h 420"/>
              <a:gd name="p0x11" fmla="*/ 0 w 420"/>
              <a:gd name="p0y11" fmla="*/ 366 h 420"/>
              <a:gd name="p0x12" fmla="*/ 0 w 420"/>
              <a:gd name="p0y12" fmla="*/ 300 h 420"/>
              <a:gd name="p0x13" fmla="*/ 0 w 420"/>
              <a:gd name="p0y13" fmla="*/ 120 h 420"/>
              <a:gd name="p0x14" fmla="*/ 0 w 420"/>
              <a:gd name="p0y14" fmla="*/ 53 h 420"/>
              <a:gd name="p0x15" fmla="*/ 53 w 420"/>
              <a:gd name="p0y15" fmla="*/ 0 h 420"/>
              <a:gd name="p0x16" fmla="*/ 120 w 420"/>
              <a:gd name="p0y16" fmla="*/ 0 h 42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6" name="图片 45"/>
          <p:cNvPicPr>
            <a:picLocks noChangeAspect="1"/>
          </p:cNvPicPr>
          <p:nvPr>
            <p:custDataLst>
              <p:tags r:id="rId71"/>
            </p:custDataLst>
          </p:nvPr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 l="-3333" r="-3333"/>
          <a:stretch>
            <a:fillRect/>
          </a:stretch>
        </p:blipFill>
        <p:spPr>
          <a:xfrm>
            <a:off x="8321675" y="5734050"/>
            <a:ext cx="152400" cy="152400"/>
          </a:xfrm>
          <a:prstGeom prst="rect">
            <a:avLst/>
          </a:prstGeom>
        </p:spPr>
      </p:pic>
      <p:sp>
        <p:nvSpPr>
          <p:cNvPr id="47" name="文本框 46"/>
          <p:cNvSpPr txBox="1"/>
          <p:nvPr>
            <p:custDataLst>
              <p:tags r:id="rId74"/>
            </p:custDataLst>
          </p:nvPr>
        </p:nvSpPr>
        <p:spPr>
          <a:xfrm>
            <a:off x="8645576" y="5643563"/>
            <a:ext cx="2087537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可引入</a:t>
            </a:r>
            <a:r>
              <a:rPr lang="en-US" altLang="zh-CN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5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辅助工艺决策</a:t>
            </a:r>
            <a:endParaRPr lang="zh-CN" altLang="en-US" sz="15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  <p:custDataLst>
      <p:tags r:id="rId75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/>
      <p:grpSp>
        <p:nvGrpSpPr>
          <p:cNvPr id="2" name="组合 1"/>
          <p:cNvGrpSpPr/>
          <p:nvPr userDrawn="1">
            <p:custDataLst>
              <p:tags r:id="rId1"/>
            </p:custDataLst>
          </p:nvPr>
        </p:nvGrpSpPr>
        <p:grpSpPr>
          <a:xfrm>
            <a:off x="4001597" y="6045200"/>
            <a:ext cx="8190403" cy="812800"/>
            <a:chOff x="4001597" y="5613400"/>
            <a:chExt cx="8190403" cy="1244600"/>
          </a:xfrm>
        </p:grpSpPr>
        <p:sp>
          <p:nvSpPr>
            <p:cNvPr id="7" name="任意多边形: 形状 8"/>
            <p:cNvSpPr/>
            <p:nvPr>
              <p:custDataLst>
                <p:tags r:id="rId2"/>
              </p:custDataLst>
            </p:nvPr>
          </p:nvSpPr>
          <p:spPr>
            <a:xfrm>
              <a:off x="4001597" y="5613400"/>
              <a:ext cx="8190402" cy="1244600"/>
            </a:xfrm>
            <a:custGeom>
              <a:avLst/>
              <a:gdLst>
                <a:gd name="connsiteX0" fmla="*/ 8190402 w 8190402"/>
                <a:gd name="connsiteY0" fmla="*/ 0 h 1244600"/>
                <a:gd name="connsiteX1" fmla="*/ 8190402 w 8190402"/>
                <a:gd name="connsiteY1" fmla="*/ 1155849 h 1244600"/>
                <a:gd name="connsiteX2" fmla="*/ 4203232 w 8190402"/>
                <a:gd name="connsiteY2" fmla="*/ 1244600 h 1244600"/>
                <a:gd name="connsiteX3" fmla="*/ 0 w 8190402"/>
                <a:gd name="connsiteY3" fmla="*/ 1244600 h 1244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190402" h="1244600">
                  <a:moveTo>
                    <a:pt x="8190402" y="0"/>
                  </a:moveTo>
                  <a:lnTo>
                    <a:pt x="8190402" y="1155849"/>
                  </a:lnTo>
                  <a:lnTo>
                    <a:pt x="4203232" y="1244600"/>
                  </a:lnTo>
                  <a:lnTo>
                    <a:pt x="0" y="1244600"/>
                  </a:lnTo>
                  <a:close/>
                </a:path>
              </a:pathLst>
            </a:cu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1" name="等腰三角形 20"/>
            <p:cNvSpPr/>
            <p:nvPr>
              <p:custDataLst>
                <p:tags r:id="rId3"/>
              </p:custDataLst>
            </p:nvPr>
          </p:nvSpPr>
          <p:spPr>
            <a:xfrm>
              <a:off x="5816600" y="5949254"/>
              <a:ext cx="6375400" cy="908746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75945" y="312103"/>
            <a:ext cx="11125200" cy="50006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00000"/>
              </a:lnSpc>
            </a:pPr>
            <a:r>
              <a:rPr sz="3000" b="1">
                <a:solidFill>
                  <a:srgbClr val="000000"/>
                </a:solidFill>
                <a:latin typeface="汉仪旗黑-85S" charset="0"/>
                <a:ea typeface="汉仪旗黑-85S" charset="0"/>
              </a:rPr>
              <a:t>成员分工</a:t>
            </a:r>
            <a:endParaRPr sz="3000" b="1">
              <a:solidFill>
                <a:srgbClr val="000000"/>
              </a:solidFill>
              <a:latin typeface="汉仪旗黑-85S" charset="0"/>
              <a:ea typeface="汉仪旗黑-85S" charset="0"/>
            </a:endParaRPr>
          </a:p>
        </p:txBody>
      </p:sp>
      <p:sp>
        <p:nvSpPr>
          <p:cNvPr id="4" name="任意多边形 3"/>
          <p:cNvSpPr/>
          <p:nvPr>
            <p:custDataLst>
              <p:tags r:id="rId5"/>
            </p:custDataLst>
          </p:nvPr>
        </p:nvSpPr>
        <p:spPr>
          <a:xfrm>
            <a:off x="575945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20 w 5469"/>
              <a:gd name="p0y0" fmla="*/ 0 h 8445"/>
              <a:gd name="p0x1" fmla="*/ 5349 w 5469"/>
              <a:gd name="p0y1" fmla="*/ 0 h 8445"/>
              <a:gd name="p0x2" fmla="*/ 5415 w 5469"/>
              <a:gd name="p0y2" fmla="*/ 0 h 8445"/>
              <a:gd name="p0x3" fmla="*/ 5469 w 5469"/>
              <a:gd name="p0y3" fmla="*/ 53 h 8445"/>
              <a:gd name="p0x4" fmla="*/ 5469 w 5469"/>
              <a:gd name="p0y4" fmla="*/ 120 h 8445"/>
              <a:gd name="p0x5" fmla="*/ 5469 w 5469"/>
              <a:gd name="p0y5" fmla="*/ 8325 h 8445"/>
              <a:gd name="p0x6" fmla="*/ 5469 w 5469"/>
              <a:gd name="p0y6" fmla="*/ 8391 h 8445"/>
              <a:gd name="p0x7" fmla="*/ 5415 w 5469"/>
              <a:gd name="p0y7" fmla="*/ 8445 h 8445"/>
              <a:gd name="p0x8" fmla="*/ 5349 w 5469"/>
              <a:gd name="p0y8" fmla="*/ 8445 h 8445"/>
              <a:gd name="p0x9" fmla="*/ 120 w 5469"/>
              <a:gd name="p0y9" fmla="*/ 8445 h 8445"/>
              <a:gd name="p0x10" fmla="*/ 53 w 5469"/>
              <a:gd name="p0y10" fmla="*/ 8445 h 8445"/>
              <a:gd name="p0x11" fmla="*/ 0 w 5469"/>
              <a:gd name="p0y11" fmla="*/ 8391 h 8445"/>
              <a:gd name="p0x12" fmla="*/ 0 w 5469"/>
              <a:gd name="p0y12" fmla="*/ 8325 h 8445"/>
              <a:gd name="p0x13" fmla="*/ 0 w 5469"/>
              <a:gd name="p0y13" fmla="*/ 120 h 8445"/>
              <a:gd name="p0x14" fmla="*/ 0 w 5469"/>
              <a:gd name="p0y14" fmla="*/ 53 h 8445"/>
              <a:gd name="p0x15" fmla="*/ 53 w 5469"/>
              <a:gd name="p0y15" fmla="*/ 0 h 8445"/>
              <a:gd name="p0x16" fmla="*/ 12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771525" y="1304925"/>
            <a:ext cx="3082290" cy="504190"/>
            <a:chOff x="1215" y="2055"/>
            <a:chExt cx="4854" cy="794"/>
          </a:xfrm>
        </p:grpSpPr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>
              <a:off x="1215" y="2055"/>
              <a:ext cx="4854" cy="795"/>
            </a:xfrm>
            <a:custGeom>
              <a:avLst/>
              <a:gdLst>
                <a:gd name="sw" fmla="*/ 1 w 4854"/>
                <a:gd name="sh" fmla="*/ 1 h 795"/>
                <a:gd name="mins" fmla="min sw sh"/>
                <a:gd name="dsw" fmla="+- 0 sw mins"/>
                <a:gd name="dsh" fmla="+- 0 sh mins"/>
                <a:gd name="p0x0" fmla="*/ 0 w 4854"/>
                <a:gd name="p0y0" fmla="*/ 0 h 795"/>
                <a:gd name="p0x1" fmla="*/ 4854 w 4854"/>
                <a:gd name="p0y1" fmla="*/ 0 h 795"/>
                <a:gd name="p0x2" fmla="*/ 4854 w 4854"/>
                <a:gd name="p0y2" fmla="*/ 795 h 795"/>
                <a:gd name="p0x3" fmla="*/ 0 w 4854"/>
                <a:gd name="p0y3" fmla="*/ 795 h 795"/>
                <a:gd name="p0x4" fmla="*/ 0 w 4854"/>
                <a:gd name="p0y4" fmla="*/ 0 h 7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6" name="任意多边形 5"/>
            <p:cNvSpPr/>
            <p:nvPr>
              <p:custDataLst>
                <p:tags r:id="rId7"/>
              </p:custDataLst>
            </p:nvPr>
          </p:nvSpPr>
          <p:spPr>
            <a:xfrm>
              <a:off x="1215" y="2835"/>
              <a:ext cx="4854" cy="15"/>
            </a:xfrm>
            <a:custGeom>
              <a:avLst/>
              <a:gdLst>
                <a:gd name="sw" fmla="*/ 1 w 4854"/>
                <a:gd name="sh" fmla="*/ 1 h 15"/>
                <a:gd name="mins" fmla="min sw sh"/>
                <a:gd name="dsw" fmla="+- 0 sw mins"/>
                <a:gd name="dsh" fmla="+- 0 sh mins"/>
                <a:gd name="p0x0" fmla="*/ 4854 w 4854"/>
                <a:gd name="p0y0" fmla="*/ 15 h 15"/>
                <a:gd name="p0x1" fmla="*/ 0 w 4854"/>
                <a:gd name="p0y1" fmla="*/ 15 h 15"/>
                <a:gd name="p0x2" fmla="*/ 0 w 4854"/>
                <a:gd name="p0y2" fmla="*/ 0 h 15"/>
                <a:gd name="p0x3" fmla="*/ 4854 w 4854"/>
                <a:gd name="p0y3" fmla="*/ 0 h 15"/>
                <a:gd name="p0x4" fmla="*/ 4854 w 4854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8" name="文本框 7"/>
          <p:cNvSpPr txBox="1"/>
          <p:nvPr>
            <p:custDataLst>
              <p:tags r:id="rId8"/>
            </p:custDataLst>
          </p:nvPr>
        </p:nvSpPr>
        <p:spPr>
          <a:xfrm>
            <a:off x="1703261" y="1283018"/>
            <a:ext cx="12192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安家乐</a:t>
            </a:r>
            <a:endParaRPr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任意多边形 8"/>
          <p:cNvSpPr/>
          <p:nvPr>
            <p:custDataLst>
              <p:tags r:id="rId9"/>
            </p:custDataLst>
          </p:nvPr>
        </p:nvSpPr>
        <p:spPr>
          <a:xfrm>
            <a:off x="771525" y="34905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0" name="图片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 l="-2083" t="-3492" r="-2083" b="-3492"/>
          <a:stretch>
            <a:fillRect/>
          </a:stretch>
        </p:blipFill>
        <p:spPr>
          <a:xfrm>
            <a:off x="823595" y="3552825"/>
            <a:ext cx="238125" cy="213995"/>
          </a:xfrm>
          <a:prstGeom prst="rect">
            <a:avLst/>
          </a:prstGeom>
        </p:spPr>
      </p:pic>
      <p:sp>
        <p:nvSpPr>
          <p:cNvPr id="11" name="文本框 10"/>
          <p:cNvSpPr txBox="1"/>
          <p:nvPr>
            <p:custDataLst>
              <p:tags r:id="rId13"/>
            </p:custDataLst>
          </p:nvPr>
        </p:nvSpPr>
        <p:spPr>
          <a:xfrm>
            <a:off x="1228725" y="3343275"/>
            <a:ext cx="2625480" cy="6334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en-US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Mastercam</a:t>
            </a:r>
            <a:r>
              <a:rPr 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数控编程与刀具路径优化</a:t>
            </a:r>
            <a:endParaRPr lang="zh-CN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任意多边形 11"/>
          <p:cNvSpPr/>
          <p:nvPr>
            <p:custDataLst>
              <p:tags r:id="rId14"/>
            </p:custDataLst>
          </p:nvPr>
        </p:nvSpPr>
        <p:spPr>
          <a:xfrm>
            <a:off x="771525" y="40811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 l="-4889" t="-9123" r="-4889" b="-9123"/>
          <a:stretch>
            <a:fillRect/>
          </a:stretch>
        </p:blipFill>
        <p:spPr>
          <a:xfrm>
            <a:off x="864235" y="4143375"/>
            <a:ext cx="156845" cy="213995"/>
          </a:xfrm>
          <a:prstGeom prst="rect">
            <a:avLst/>
          </a:prstGeom>
        </p:spPr>
      </p:pic>
      <p:sp>
        <p:nvSpPr>
          <p:cNvPr id="14" name="文本框 13"/>
          <p:cNvSpPr txBox="1"/>
          <p:nvPr>
            <p:custDataLst>
              <p:tags r:id="rId18"/>
            </p:custDataLst>
          </p:nvPr>
        </p:nvSpPr>
        <p:spPr>
          <a:xfrm>
            <a:off x="1228725" y="4086225"/>
            <a:ext cx="19050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宇龙仿真全过程验证</a:t>
            </a:r>
            <a:endParaRPr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" name="任意多边形 14"/>
          <p:cNvSpPr/>
          <p:nvPr>
            <p:custDataLst>
              <p:tags r:id="rId19"/>
            </p:custDataLst>
          </p:nvPr>
        </p:nvSpPr>
        <p:spPr>
          <a:xfrm>
            <a:off x="771525" y="453834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rcRect l="-1458" t="-3492" r="-1458" b="-3492"/>
          <a:stretch>
            <a:fillRect/>
          </a:stretch>
        </p:blipFill>
        <p:spPr>
          <a:xfrm>
            <a:off x="864235" y="4600575"/>
            <a:ext cx="156845" cy="213995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23"/>
            </p:custDataLst>
          </p:nvPr>
        </p:nvSpPr>
        <p:spPr>
          <a:xfrm>
            <a:off x="1228725" y="4543425"/>
            <a:ext cx="2309495" cy="32893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说明书编写</a:t>
            </a:r>
            <a:r>
              <a:rPr 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及格式纠正</a:t>
            </a:r>
            <a:endParaRPr lang="zh-CN"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任意多边形 17"/>
          <p:cNvSpPr/>
          <p:nvPr>
            <p:custDataLst>
              <p:tags r:id="rId24"/>
            </p:custDataLst>
          </p:nvPr>
        </p:nvSpPr>
        <p:spPr>
          <a:xfrm>
            <a:off x="4306570" y="1109345"/>
            <a:ext cx="3578225" cy="5362575"/>
          </a:xfrm>
          <a:custGeom>
            <a:avLst/>
            <a:gdLst>
              <a:gd name="sw" fmla="*/ 1 w 5635"/>
              <a:gd name="sh" fmla="*/ 1 h 8445"/>
              <a:gd name="mins" fmla="min sw sh"/>
              <a:gd name="dsw" fmla="+- 0 sw mins"/>
              <a:gd name="dsh" fmla="+- 0 sh mins"/>
              <a:gd name="p0x0" fmla="*/ 120 w 5635"/>
              <a:gd name="p0y0" fmla="*/ 0 h 8445"/>
              <a:gd name="p0x1" fmla="*/ 5515 w 5635"/>
              <a:gd name="p0y1" fmla="*/ 0 h 8445"/>
              <a:gd name="p0x2" fmla="*/ 5582 w 5635"/>
              <a:gd name="p0y2" fmla="*/ 0 h 8445"/>
              <a:gd name="p0x3" fmla="*/ 5635 w 5635"/>
              <a:gd name="p0y3" fmla="*/ 53 h 8445"/>
              <a:gd name="p0x4" fmla="*/ 5635 w 5635"/>
              <a:gd name="p0y4" fmla="*/ 120 h 8445"/>
              <a:gd name="p0x5" fmla="*/ 5635 w 5635"/>
              <a:gd name="p0y5" fmla="*/ 8325 h 8445"/>
              <a:gd name="p0x6" fmla="*/ 5635 w 5635"/>
              <a:gd name="p0y6" fmla="*/ 8391 h 8445"/>
              <a:gd name="p0x7" fmla="*/ 5582 w 5635"/>
              <a:gd name="p0y7" fmla="*/ 8445 h 8445"/>
              <a:gd name="p0x8" fmla="*/ 5515 w 5635"/>
              <a:gd name="p0y8" fmla="*/ 8445 h 8445"/>
              <a:gd name="p0x9" fmla="*/ 120 w 5635"/>
              <a:gd name="p0y9" fmla="*/ 8445 h 8445"/>
              <a:gd name="p0x10" fmla="*/ 53 w 5635"/>
              <a:gd name="p0y10" fmla="*/ 8445 h 8445"/>
              <a:gd name="p0x11" fmla="*/ 0 w 5635"/>
              <a:gd name="p0y11" fmla="*/ 8391 h 8445"/>
              <a:gd name="p0x12" fmla="*/ 0 w 5635"/>
              <a:gd name="p0y12" fmla="*/ 8325 h 8445"/>
              <a:gd name="p0x13" fmla="*/ 0 w 5635"/>
              <a:gd name="p0y13" fmla="*/ 120 h 8445"/>
              <a:gd name="p0x14" fmla="*/ 0 w 5635"/>
              <a:gd name="p0y14" fmla="*/ 53 h 8445"/>
              <a:gd name="p0x15" fmla="*/ 53 w 5635"/>
              <a:gd name="p0y15" fmla="*/ 0 h 8445"/>
              <a:gd name="p0x16" fmla="*/ 120 w 5635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/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4501515" y="1304925"/>
            <a:ext cx="3187700" cy="504190"/>
            <a:chOff x="7089" y="2055"/>
            <a:chExt cx="5020" cy="794"/>
          </a:xfrm>
        </p:grpSpPr>
        <p:sp>
          <p:nvSpPr>
            <p:cNvPr id="19" name="任意多边形 18"/>
            <p:cNvSpPr/>
            <p:nvPr>
              <p:custDataLst>
                <p:tags r:id="rId25"/>
              </p:custDataLst>
            </p:nvPr>
          </p:nvSpPr>
          <p:spPr>
            <a:xfrm>
              <a:off x="7089" y="2055"/>
              <a:ext cx="5021" cy="795"/>
            </a:xfrm>
            <a:custGeom>
              <a:avLst/>
              <a:gdLst>
                <a:gd name="sw" fmla="*/ 1 w 5020"/>
                <a:gd name="sh" fmla="*/ 1 h 795"/>
                <a:gd name="mins" fmla="min sw sh"/>
                <a:gd name="dsw" fmla="+- 0 sw mins"/>
                <a:gd name="dsh" fmla="+- 0 sh mins"/>
                <a:gd name="p0x0" fmla="*/ 0 w 5020"/>
                <a:gd name="p0y0" fmla="*/ 0 h 795"/>
                <a:gd name="p0x1" fmla="*/ 5020 w 5020"/>
                <a:gd name="p0y1" fmla="*/ 0 h 795"/>
                <a:gd name="p0x2" fmla="*/ 5020 w 5020"/>
                <a:gd name="p0y2" fmla="*/ 795 h 795"/>
                <a:gd name="p0x3" fmla="*/ 0 w 5020"/>
                <a:gd name="p0y3" fmla="*/ 795 h 795"/>
                <a:gd name="p0x4" fmla="*/ 0 w 5020"/>
                <a:gd name="p0y4" fmla="*/ 0 h 7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0" name="任意多边形 19"/>
            <p:cNvSpPr/>
            <p:nvPr>
              <p:custDataLst>
                <p:tags r:id="rId26"/>
              </p:custDataLst>
            </p:nvPr>
          </p:nvSpPr>
          <p:spPr>
            <a:xfrm>
              <a:off x="7089" y="2835"/>
              <a:ext cx="5021" cy="15"/>
            </a:xfrm>
            <a:custGeom>
              <a:avLst/>
              <a:gdLst>
                <a:gd name="sw" fmla="*/ 1 w 5020"/>
                <a:gd name="sh" fmla="*/ 1 h 15"/>
                <a:gd name="mins" fmla="min sw sh"/>
                <a:gd name="dsw" fmla="+- 0 sw mins"/>
                <a:gd name="dsh" fmla="+- 0 sh mins"/>
                <a:gd name="p0x0" fmla="*/ 5020 w 5020"/>
                <a:gd name="p0y0" fmla="*/ 15 h 15"/>
                <a:gd name="p0x1" fmla="*/ 0 w 5020"/>
                <a:gd name="p0y1" fmla="*/ 15 h 15"/>
                <a:gd name="p0x2" fmla="*/ 0 w 5020"/>
                <a:gd name="p0y2" fmla="*/ 0 h 15"/>
                <a:gd name="p0x3" fmla="*/ 5020 w 5020"/>
                <a:gd name="p0y3" fmla="*/ 0 h 15"/>
                <a:gd name="p0x4" fmla="*/ 5020 w 5020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2" name="文本框 21"/>
          <p:cNvSpPr txBox="1"/>
          <p:nvPr>
            <p:custDataLst>
              <p:tags r:id="rId27"/>
            </p:custDataLst>
          </p:nvPr>
        </p:nvSpPr>
        <p:spPr>
          <a:xfrm>
            <a:off x="5486400" y="1283018"/>
            <a:ext cx="12192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闫小杰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任意多边形 22"/>
          <p:cNvSpPr/>
          <p:nvPr>
            <p:custDataLst>
              <p:tags r:id="rId28"/>
            </p:custDataLst>
          </p:nvPr>
        </p:nvSpPr>
        <p:spPr>
          <a:xfrm>
            <a:off x="4501515" y="34905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4" name="图片 23"/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rcRect l="-7895" t="-1061" r="-7895" b="-1061"/>
          <a:stretch>
            <a:fillRect/>
          </a:stretch>
        </p:blipFill>
        <p:spPr>
          <a:xfrm>
            <a:off x="4568190" y="3552825"/>
            <a:ext cx="209550" cy="213995"/>
          </a:xfrm>
          <a:prstGeom prst="rect">
            <a:avLst/>
          </a:prstGeom>
        </p:spPr>
      </p:pic>
      <p:sp>
        <p:nvSpPr>
          <p:cNvPr id="25" name="文本框 24"/>
          <p:cNvSpPr txBox="1"/>
          <p:nvPr>
            <p:custDataLst>
              <p:tags r:id="rId32"/>
            </p:custDataLst>
          </p:nvPr>
        </p:nvSpPr>
        <p:spPr>
          <a:xfrm>
            <a:off x="4959105" y="3495675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凸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模三维建模与工程图绘制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" name="任意多边形 25"/>
          <p:cNvSpPr/>
          <p:nvPr>
            <p:custDataLst>
              <p:tags r:id="rId33"/>
            </p:custDataLst>
          </p:nvPr>
        </p:nvSpPr>
        <p:spPr>
          <a:xfrm>
            <a:off x="4501515" y="39477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27" name="图片 26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rcRect l="-2381" t="-3492" r="-2381" b="-3492"/>
          <a:stretch>
            <a:fillRect/>
          </a:stretch>
        </p:blipFill>
        <p:spPr>
          <a:xfrm>
            <a:off x="4568190" y="4010025"/>
            <a:ext cx="209550" cy="213995"/>
          </a:xfrm>
          <a:prstGeom prst="rect">
            <a:avLst/>
          </a:prstGeom>
        </p:spPr>
      </p:pic>
      <p:sp>
        <p:nvSpPr>
          <p:cNvPr id="28" name="文本框 27"/>
          <p:cNvSpPr txBox="1"/>
          <p:nvPr>
            <p:custDataLst>
              <p:tags r:id="rId37"/>
            </p:custDataLst>
          </p:nvPr>
        </p:nvSpPr>
        <p:spPr>
          <a:xfrm>
            <a:off x="4959105" y="3952875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凸</a:t>
            </a: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模工艺规程制定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9" name="任意多边形 28"/>
          <p:cNvSpPr/>
          <p:nvPr>
            <p:custDataLst>
              <p:tags r:id="rId38"/>
            </p:custDataLst>
          </p:nvPr>
        </p:nvSpPr>
        <p:spPr>
          <a:xfrm>
            <a:off x="4501515" y="44049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图片 29"/>
          <p:cNvPicPr>
            <a:picLocks noChangeAspect="1"/>
          </p:cNvPicPr>
          <p:nvPr>
            <p:custDataLst>
              <p:tags r:id="rId39"/>
            </p:custDataLst>
          </p:nvPr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 l="-2381" t="-16078" r="-2381" b="-16078"/>
          <a:stretch>
            <a:fillRect/>
          </a:stretch>
        </p:blipFill>
        <p:spPr>
          <a:xfrm>
            <a:off x="4568190" y="4467225"/>
            <a:ext cx="209550" cy="213995"/>
          </a:xfrm>
          <a:prstGeom prst="rect">
            <a:avLst/>
          </a:prstGeom>
        </p:spPr>
      </p:pic>
      <p:sp>
        <p:nvSpPr>
          <p:cNvPr id="31" name="文本框 30"/>
          <p:cNvSpPr txBox="1"/>
          <p:nvPr>
            <p:custDataLst>
              <p:tags r:id="rId42"/>
            </p:custDataLst>
          </p:nvPr>
        </p:nvSpPr>
        <p:spPr>
          <a:xfrm>
            <a:off x="4959105" y="4410075"/>
            <a:ext cx="2857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</a:rPr>
              <a:t>基准选择、工艺路线、夹具方案</a:t>
            </a:r>
            <a:endParaRPr sz="1500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任意多边形 31"/>
          <p:cNvSpPr/>
          <p:nvPr>
            <p:custDataLst>
              <p:tags r:id="rId43"/>
            </p:custDataLst>
          </p:nvPr>
        </p:nvSpPr>
        <p:spPr>
          <a:xfrm>
            <a:off x="8141970" y="1109345"/>
            <a:ext cx="3473450" cy="5362575"/>
          </a:xfrm>
          <a:custGeom>
            <a:avLst/>
            <a:gdLst>
              <a:gd name="sw" fmla="*/ 1 w 5469"/>
              <a:gd name="sh" fmla="*/ 1 h 8445"/>
              <a:gd name="mins" fmla="min sw sh"/>
              <a:gd name="dsw" fmla="+- 0 sw mins"/>
              <a:gd name="dsh" fmla="+- 0 sh mins"/>
              <a:gd name="p0x0" fmla="*/ 120 w 5469"/>
              <a:gd name="p0y0" fmla="*/ 0 h 8445"/>
              <a:gd name="p0x1" fmla="*/ 5349 w 5469"/>
              <a:gd name="p0y1" fmla="*/ 0 h 8445"/>
              <a:gd name="p0x2" fmla="*/ 5415 w 5469"/>
              <a:gd name="p0y2" fmla="*/ 0 h 8445"/>
              <a:gd name="p0x3" fmla="*/ 5469 w 5469"/>
              <a:gd name="p0y3" fmla="*/ 53 h 8445"/>
              <a:gd name="p0x4" fmla="*/ 5469 w 5469"/>
              <a:gd name="p0y4" fmla="*/ 120 h 8445"/>
              <a:gd name="p0x5" fmla="*/ 5469 w 5469"/>
              <a:gd name="p0y5" fmla="*/ 8325 h 8445"/>
              <a:gd name="p0x6" fmla="*/ 5469 w 5469"/>
              <a:gd name="p0y6" fmla="*/ 8391 h 8445"/>
              <a:gd name="p0x7" fmla="*/ 5415 w 5469"/>
              <a:gd name="p0y7" fmla="*/ 8445 h 8445"/>
              <a:gd name="p0x8" fmla="*/ 5349 w 5469"/>
              <a:gd name="p0y8" fmla="*/ 8445 h 8445"/>
              <a:gd name="p0x9" fmla="*/ 120 w 5469"/>
              <a:gd name="p0y9" fmla="*/ 8445 h 8445"/>
              <a:gd name="p0x10" fmla="*/ 53 w 5469"/>
              <a:gd name="p0y10" fmla="*/ 8445 h 8445"/>
              <a:gd name="p0x11" fmla="*/ 0 w 5469"/>
              <a:gd name="p0y11" fmla="*/ 8391 h 8445"/>
              <a:gd name="p0x12" fmla="*/ 0 w 5469"/>
              <a:gd name="p0y12" fmla="*/ 8325 h 8445"/>
              <a:gd name="p0x13" fmla="*/ 0 w 5469"/>
              <a:gd name="p0y13" fmla="*/ 120 h 8445"/>
              <a:gd name="p0x14" fmla="*/ 0 w 5469"/>
              <a:gd name="p0y14" fmla="*/ 53 h 8445"/>
              <a:gd name="p0x15" fmla="*/ 53 w 5469"/>
              <a:gd name="p0y15" fmla="*/ 0 h 8445"/>
              <a:gd name="p0x16" fmla="*/ 120 w 5469"/>
              <a:gd name="p0y16" fmla="*/ 0 h 8445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rgbClr val="FFFFFF">
              <a:alpha val="7843"/>
            </a:srgbClr>
          </a:solidFill>
          <a:ln w="9525" cmpd="sng">
            <a:solidFill>
              <a:srgbClr val="FFFFFF">
                <a:alpha val="12157"/>
              </a:srgbClr>
            </a:solidFill>
            <a:prstDash val="solid"/>
          </a:ln>
          <a:effectLst>
            <a:outerShdw blurRad="371475" algn="ctr" rotWithShape="0">
              <a:srgbClr val="1C60F2">
                <a:alpha val="52157"/>
              </a:srgb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8337550" y="1304925"/>
            <a:ext cx="3082290" cy="504190"/>
            <a:chOff x="13130" y="2055"/>
            <a:chExt cx="4854" cy="794"/>
          </a:xfrm>
        </p:grpSpPr>
        <p:sp>
          <p:nvSpPr>
            <p:cNvPr id="33" name="任意多边形 32"/>
            <p:cNvSpPr/>
            <p:nvPr>
              <p:custDataLst>
                <p:tags r:id="rId44"/>
              </p:custDataLst>
            </p:nvPr>
          </p:nvSpPr>
          <p:spPr>
            <a:xfrm>
              <a:off x="13130" y="2055"/>
              <a:ext cx="4855" cy="795"/>
            </a:xfrm>
            <a:custGeom>
              <a:avLst/>
              <a:gdLst>
                <a:gd name="sw" fmla="*/ 1 w 4854"/>
                <a:gd name="sh" fmla="*/ 1 h 795"/>
                <a:gd name="mins" fmla="min sw sh"/>
                <a:gd name="dsw" fmla="+- 0 sw mins"/>
                <a:gd name="dsh" fmla="+- 0 sh mins"/>
                <a:gd name="p0x0" fmla="*/ 0 w 4854"/>
                <a:gd name="p0y0" fmla="*/ 0 h 795"/>
                <a:gd name="p0x1" fmla="*/ 4854 w 4854"/>
                <a:gd name="p0y1" fmla="*/ 0 h 795"/>
                <a:gd name="p0x2" fmla="*/ 4854 w 4854"/>
                <a:gd name="p0y2" fmla="*/ 795 h 795"/>
                <a:gd name="p0x3" fmla="*/ 0 w 4854"/>
                <a:gd name="p0y3" fmla="*/ 795 h 795"/>
                <a:gd name="p0x4" fmla="*/ 0 w 4854"/>
                <a:gd name="p0y4" fmla="*/ 0 h 79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noFill/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34" name="任意多边形 33"/>
            <p:cNvSpPr/>
            <p:nvPr>
              <p:custDataLst>
                <p:tags r:id="rId45"/>
              </p:custDataLst>
            </p:nvPr>
          </p:nvSpPr>
          <p:spPr>
            <a:xfrm>
              <a:off x="13130" y="2835"/>
              <a:ext cx="4855" cy="15"/>
            </a:xfrm>
            <a:custGeom>
              <a:avLst/>
              <a:gdLst>
                <a:gd name="sw" fmla="*/ 1 w 4854"/>
                <a:gd name="sh" fmla="*/ 1 h 15"/>
                <a:gd name="mins" fmla="min sw sh"/>
                <a:gd name="dsw" fmla="+- 0 sw mins"/>
                <a:gd name="dsh" fmla="+- 0 sh mins"/>
                <a:gd name="p0x0" fmla="*/ 4854 w 4854"/>
                <a:gd name="p0y0" fmla="*/ 15 h 15"/>
                <a:gd name="p0x1" fmla="*/ 0 w 4854"/>
                <a:gd name="p0y1" fmla="*/ 15 h 15"/>
                <a:gd name="p0x2" fmla="*/ 0 w 4854"/>
                <a:gd name="p0y2" fmla="*/ 0 h 15"/>
                <a:gd name="p0x3" fmla="*/ 4854 w 4854"/>
                <a:gd name="p0y3" fmla="*/ 0 h 15"/>
                <a:gd name="p0x4" fmla="*/ 4854 w 4854"/>
                <a:gd name="p0y4" fmla="*/ 15 h 15"/>
              </a:gdLst>
              <a:ahLst/>
              <a:cxnLst/>
              <a:pathLst>
                <a:path>
                  <a:moveTo>
                    <a:pt x="p0x0" y="p0y0"/>
                  </a:moveTo>
                  <a:lnTo>
                    <a:pt x="p0x1" y="p0y1"/>
                  </a:lnTo>
                  <a:lnTo>
                    <a:pt x="p0x2" y="p0y2"/>
                  </a:lnTo>
                  <a:lnTo>
                    <a:pt x="p0x3" y="p0y3"/>
                  </a:lnTo>
                  <a:lnTo>
                    <a:pt x="p0x4" y="p0y4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36" name="文本框 35"/>
          <p:cNvSpPr txBox="1"/>
          <p:nvPr>
            <p:custDataLst>
              <p:tags r:id="rId46"/>
            </p:custDataLst>
          </p:nvPr>
        </p:nvSpPr>
        <p:spPr>
          <a:xfrm>
            <a:off x="9421930" y="1283018"/>
            <a:ext cx="914400" cy="42005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ctr">
              <a:lnSpc>
                <a:spcPct val="104000"/>
              </a:lnSpc>
            </a:pPr>
            <a:r>
              <a:rPr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陈楚</a:t>
            </a:r>
            <a:endParaRPr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任意多边形 36"/>
          <p:cNvSpPr/>
          <p:nvPr>
            <p:custDataLst>
              <p:tags r:id="rId47"/>
            </p:custDataLst>
          </p:nvPr>
        </p:nvSpPr>
        <p:spPr>
          <a:xfrm>
            <a:off x="8337550" y="34905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8" name="图片 37"/>
          <p:cNvPicPr>
            <a:picLocks noChangeAspect="1"/>
          </p:cNvPicPr>
          <p:nvPr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l="-7895" t="-6167" r="-7895" b="-6167"/>
          <a:stretch>
            <a:fillRect/>
          </a:stretch>
        </p:blipFill>
        <p:spPr>
          <a:xfrm>
            <a:off x="8404225" y="3552825"/>
            <a:ext cx="209550" cy="213995"/>
          </a:xfrm>
          <a:prstGeom prst="rect">
            <a:avLst/>
          </a:prstGeom>
        </p:spPr>
      </p:pic>
      <p:sp>
        <p:nvSpPr>
          <p:cNvPr id="39" name="文本框 38"/>
          <p:cNvSpPr txBox="1"/>
          <p:nvPr>
            <p:custDataLst>
              <p:tags r:id="rId51"/>
            </p:custDataLst>
          </p:nvPr>
        </p:nvSpPr>
        <p:spPr>
          <a:xfrm>
            <a:off x="8794994" y="3495675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凹</a:t>
            </a:r>
            <a:r>
              <a: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模三维建模与工程图绘制</a:t>
            </a:r>
            <a:endParaRPr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0" name="任意多边形 39"/>
          <p:cNvSpPr/>
          <p:nvPr>
            <p:custDataLst>
              <p:tags r:id="rId52"/>
            </p:custDataLst>
          </p:nvPr>
        </p:nvSpPr>
        <p:spPr>
          <a:xfrm>
            <a:off x="8337550" y="39477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1" name="图片 40"/>
          <p:cNvPicPr>
            <a:picLocks noChangeAspect="1"/>
          </p:cNvPicPr>
          <p:nvPr>
            <p:custDataLst>
              <p:tags r:id="rId53"/>
            </p:custDataLst>
          </p:nvPr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 l="-1667" t="-3492" r="-1667" b="-3492"/>
          <a:stretch>
            <a:fillRect/>
          </a:stretch>
        </p:blipFill>
        <p:spPr>
          <a:xfrm>
            <a:off x="8430260" y="4010025"/>
            <a:ext cx="157480" cy="213995"/>
          </a:xfrm>
          <a:prstGeom prst="rect">
            <a:avLst/>
          </a:prstGeom>
        </p:spPr>
      </p:pic>
      <p:sp>
        <p:nvSpPr>
          <p:cNvPr id="42" name="文本框 41"/>
          <p:cNvSpPr txBox="1"/>
          <p:nvPr>
            <p:custDataLst>
              <p:tags r:id="rId56"/>
            </p:custDataLst>
          </p:nvPr>
        </p:nvSpPr>
        <p:spPr>
          <a:xfrm>
            <a:off x="8794994" y="3952875"/>
            <a:ext cx="1714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lang="zh-CN"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凹</a:t>
            </a:r>
            <a:r>
              <a: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模工艺规程制定</a:t>
            </a:r>
            <a:endParaRPr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3" name="任意多边形 42"/>
          <p:cNvSpPr/>
          <p:nvPr>
            <p:custDataLst>
              <p:tags r:id="rId57"/>
            </p:custDataLst>
          </p:nvPr>
        </p:nvSpPr>
        <p:spPr>
          <a:xfrm>
            <a:off x="8337550" y="4404995"/>
            <a:ext cx="342900" cy="342900"/>
          </a:xfrm>
          <a:custGeom>
            <a:avLst/>
            <a:gdLst>
              <a:gd name="sw" fmla="*/ 1 w 540"/>
              <a:gd name="sh" fmla="*/ 1 h 540"/>
              <a:gd name="mins" fmla="min sw sh"/>
              <a:gd name="dsw" fmla="+- 0 sw mins"/>
              <a:gd name="dsh" fmla="+- 0 sh mins"/>
              <a:gd name="p0x0" fmla="*/ 120 w 540"/>
              <a:gd name="p0y0" fmla="*/ 0 h 540"/>
              <a:gd name="p0x1" fmla="*/ 420 w 540"/>
              <a:gd name="p0y1" fmla="*/ 0 h 540"/>
              <a:gd name="p0x2" fmla="*/ 486 w 540"/>
              <a:gd name="p0y2" fmla="*/ 0 h 540"/>
              <a:gd name="p0x3" fmla="*/ 540 w 540"/>
              <a:gd name="p0y3" fmla="*/ 53 h 540"/>
              <a:gd name="p0x4" fmla="*/ 540 w 540"/>
              <a:gd name="p0y4" fmla="*/ 120 h 540"/>
              <a:gd name="p0x5" fmla="*/ 540 w 540"/>
              <a:gd name="p0y5" fmla="*/ 420 h 540"/>
              <a:gd name="p0x6" fmla="*/ 540 w 540"/>
              <a:gd name="p0y6" fmla="*/ 486 h 540"/>
              <a:gd name="p0x7" fmla="*/ 486 w 540"/>
              <a:gd name="p0y7" fmla="*/ 540 h 540"/>
              <a:gd name="p0x8" fmla="*/ 420 w 540"/>
              <a:gd name="p0y8" fmla="*/ 540 h 540"/>
              <a:gd name="p0x9" fmla="*/ 120 w 540"/>
              <a:gd name="p0y9" fmla="*/ 540 h 540"/>
              <a:gd name="p0x10" fmla="*/ 53 w 540"/>
              <a:gd name="p0y10" fmla="*/ 540 h 540"/>
              <a:gd name="p0x11" fmla="*/ 0 w 540"/>
              <a:gd name="p0y11" fmla="*/ 486 h 540"/>
              <a:gd name="p0x12" fmla="*/ 0 w 540"/>
              <a:gd name="p0y12" fmla="*/ 420 h 540"/>
              <a:gd name="p0x13" fmla="*/ 0 w 540"/>
              <a:gd name="p0y13" fmla="*/ 120 h 540"/>
              <a:gd name="p0x14" fmla="*/ 0 w 540"/>
              <a:gd name="p0y14" fmla="*/ 53 h 540"/>
              <a:gd name="p0x15" fmla="*/ 53 w 540"/>
              <a:gd name="p0y15" fmla="*/ 0 h 540"/>
              <a:gd name="p0x16" fmla="*/ 120 w 540"/>
              <a:gd name="p0y16" fmla="*/ 0 h 540"/>
            </a:gdLst>
            <a:ahLst/>
            <a:cxnLst/>
            <a:pathLst>
              <a:path>
                <a:moveTo>
                  <a:pt x="p0x0" y="p0y0"/>
                </a:moveTo>
                <a:lnTo>
                  <a:pt x="p0x1" y="p0y1"/>
                </a:lnTo>
                <a:cubicBezTo>
                  <a:pt x="p0x2" y="p0y2"/>
                  <a:pt x="p0x3" y="p0y3"/>
                  <a:pt x="p0x4" y="p0y4"/>
                </a:cubicBezTo>
                <a:lnTo>
                  <a:pt x="p0x5" y="p0y5"/>
                </a:lnTo>
                <a:cubicBezTo>
                  <a:pt x="p0x6" y="p0y6"/>
                  <a:pt x="p0x7" y="p0y7"/>
                  <a:pt x="p0x8" y="p0y8"/>
                </a:cubicBezTo>
                <a:lnTo>
                  <a:pt x="p0x9" y="p0y9"/>
                </a:lnTo>
                <a:cubicBezTo>
                  <a:pt x="p0x10" y="p0y10"/>
                  <a:pt x="p0x11" y="p0y11"/>
                  <a:pt x="p0x12" y="p0y12"/>
                </a:cubicBezTo>
                <a:lnTo>
                  <a:pt x="p0x13" y="p0y13"/>
                </a:lnTo>
                <a:cubicBezTo>
                  <a:pt x="p0x14" y="p0y14"/>
                  <a:pt x="p0x15" y="p0y15"/>
                  <a:pt x="p0x16" y="p0y16"/>
                </a:cubicBezTo>
                <a:close/>
              </a:path>
            </a:pathLst>
          </a:custGeom>
          <a:solidFill>
            <a:schemeClr val="accent1">
              <a:alpha val="16863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44" name="图片 43"/>
          <p:cNvPicPr>
            <a:picLocks noChangeAspect="1"/>
          </p:cNvPicPr>
          <p:nvPr>
            <p:custDataLst>
              <p:tags r:id="rId58"/>
            </p:custDataLst>
          </p:nvPr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rcRect l="-1667" t="-3492" r="-1667" b="-3492"/>
          <a:stretch>
            <a:fillRect/>
          </a:stretch>
        </p:blipFill>
        <p:spPr>
          <a:xfrm>
            <a:off x="8430260" y="4467225"/>
            <a:ext cx="157480" cy="213995"/>
          </a:xfrm>
          <a:prstGeom prst="rect">
            <a:avLst/>
          </a:prstGeom>
        </p:spPr>
      </p:pic>
      <p:sp>
        <p:nvSpPr>
          <p:cNvPr id="45" name="文本框 44"/>
          <p:cNvSpPr txBox="1"/>
          <p:nvPr>
            <p:custDataLst>
              <p:tags r:id="rId61"/>
            </p:custDataLst>
          </p:nvPr>
        </p:nvSpPr>
        <p:spPr>
          <a:xfrm>
            <a:off x="8794994" y="4410075"/>
            <a:ext cx="2476500" cy="32861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p>
            <a:pPr algn="l">
              <a:lnSpc>
                <a:spcPct val="133000"/>
              </a:lnSpc>
            </a:pPr>
            <a:r>
              <a:rPr sz="15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切削用量计算、工序卡编制</a:t>
            </a:r>
            <a:endParaRPr sz="15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  <p:custDataLst>
      <p:tags r:id="rId6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副标题 2"/>
          <p:cNvSpPr>
            <a:spLocks noGrp="1"/>
          </p:cNvSpPr>
          <p:nvPr>
            <p:ph type="body" idx="16386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solidFill>
                  <a:schemeClr val="dk1">
                    <a:lumMod val="85000"/>
                    <a:lumOff val="15000"/>
                  </a:schemeClr>
                </a:solidFill>
              </a:rPr>
              <a:t>THE END</a:t>
            </a:r>
            <a:endParaRPr lang="zh-CN" altLang="en-US">
              <a:solidFill>
                <a:schemeClr val="dk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8000" noProof="0">
                <a:solidFill>
                  <a:schemeClr val="accent1"/>
                </a:solidFill>
              </a:rPr>
              <a:t>感谢聆听</a:t>
            </a:r>
            <a:endParaRPr lang="zh-CN" altLang="en-US" sz="8000" noProof="0">
              <a:solidFill>
                <a:schemeClr val="accent1"/>
              </a:solidFill>
            </a:endParaRPr>
          </a:p>
        </p:txBody>
      </p:sp>
    </p:spTree>
    <p:custDataLst>
      <p:tags r:id="rId3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1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1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16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5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25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30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30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32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41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41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2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42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2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3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43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3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4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44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4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45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45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45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45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45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5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46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46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46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4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46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8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48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5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56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7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57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7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59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59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60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60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60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60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6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61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61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61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6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6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62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62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62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6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62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62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63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6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6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4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64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6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6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6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6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6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7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7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2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7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3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73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3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4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74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74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4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5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75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75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5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76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76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76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76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76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6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6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6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6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7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77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77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77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77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77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7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7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7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7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8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8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8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78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7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78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78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7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78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78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79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9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9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9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9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7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7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7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0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80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7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8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9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0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8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8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8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6*i*6"/>
  <p:tag name="KSO_WM_UNIT_LAYERLEVEL" val="1"/>
  <p:tag name="KSO_WM_TAG_VERSION" val="1.0"/>
  <p:tag name="KSO_WM_BEAUTIFY_FLAG" val="#wm#"/>
</p:tagLst>
</file>

<file path=ppt/tags/tag8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7"/>
  <p:tag name="KSO_WM_UNIT_ID" val="_6*i*7"/>
  <p:tag name="KSO_WM_UNIT_LAYERLEVEL" val="1"/>
  <p:tag name="KSO_WM_TAG_VERSION" val="1.0"/>
  <p:tag name="KSO_WM_BEAUTIFY_FLAG" val="#wm#"/>
</p:tagLst>
</file>

<file path=ppt/tags/tag8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8"/>
  <p:tag name="KSO_WM_UNIT_ID" val="_6*i*8"/>
  <p:tag name="KSO_WM_UNIT_LAYERLEVEL" val="1"/>
  <p:tag name="KSO_WM_TAG_VERSION" val="1.0"/>
  <p:tag name="KSO_WM_BEAUTIFY_FLAG" val="#wm#"/>
</p:tagLst>
</file>

<file path=ppt/tags/tag8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8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8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8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882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8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3*i*1"/>
  <p:tag name="KSO_WM_UNIT_BK_DARK_LIGHT" val="2"/>
  <p:tag name="KSO_WM_UNIT_LAYERLEVEL" val="1"/>
  <p:tag name="KSO_WM_TAG_VERSION" val="1.0"/>
  <p:tag name="KSO_WM_BEAUTIFY_FLAG" val="#wm#"/>
</p:tagLst>
</file>

<file path=ppt/tags/tag8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91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2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1"/>
</p:tagLst>
</file>

<file path=ppt/tags/tag894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5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6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7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8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99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0.xml><?xml version="1.0" encoding="utf-8"?>
<p:tagLst xmlns:p="http://schemas.openxmlformats.org/presentationml/2006/main">
  <p:tag name="KSO_WM_SLIDE_BACKGROUND_TYPE" val="frame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90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4*i*1"/>
  <p:tag name="KSO_WM_UNIT_BK_DARK_LIGHT" val="1"/>
  <p:tag name="KSO_WM_UNIT_LAYERLEVEL" val="1"/>
  <p:tag name="KSO_WM_TAG_VERSION" val="1.0"/>
  <p:tag name="KSO_WM_BEAUTIFY_FLAG" val="#wm#"/>
</p:tagLst>
</file>

<file path=ppt/tags/tag90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6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5*i*1"/>
  <p:tag name="KSO_WM_UNIT_BK_DARK_LIGHT" val="1"/>
  <p:tag name="KSO_WM_UNIT_LAYERLEVEL" val="1"/>
  <p:tag name="KSO_WM_TAG_VERSION" val="1.0"/>
  <p:tag name="KSO_WM_BEAUTIFY_FLAG" val="#wm#"/>
</p:tagLst>
</file>

<file path=ppt/tags/tag91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1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2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6*i*1"/>
  <p:tag name="KSO_WM_UNIT_LAYERLEVEL" val="1"/>
  <p:tag name="KSO_WM_TAG_VERSION" val="1.0"/>
  <p:tag name="KSO_WM_BEAUTIFY_FLAG" val="#wm#"/>
</p:tagLst>
</file>

<file path=ppt/tags/tag9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6*i*2"/>
  <p:tag name="KSO_WM_UNIT_LAYERLEVEL" val="1"/>
  <p:tag name="KSO_WM_TAG_VERSION" val="1.0"/>
  <p:tag name="KSO_WM_BEAUTIFY_FLAG" val="#wm#"/>
</p:tagLst>
</file>

<file path=ppt/tags/tag9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6*i*3"/>
  <p:tag name="KSO_WM_UNIT_LAYERLEVEL" val="1"/>
  <p:tag name="KSO_WM_TAG_VERSION" val="1.0"/>
  <p:tag name="KSO_WM_BEAUTIFY_FLAG" val="#wm#"/>
</p:tagLst>
</file>

<file path=ppt/tags/tag9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6*i*1"/>
  <p:tag name="KSO_WM_UNIT_BK_DARK_LIGHT" val="1"/>
  <p:tag name="KSO_WM_UNIT_LAYERLEVEL" val="1"/>
  <p:tag name="KSO_WM_TAG_VERSION" val="1.0"/>
  <p:tag name="KSO_WM_BEAUTIFY_FLAG" val="#wm#"/>
</p:tagLst>
</file>

<file path=ppt/tags/tag9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2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9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7*i*1"/>
  <p:tag name="KSO_WM_UNIT_LAYERLEVEL" val="1"/>
  <p:tag name="KSO_WM_TAG_VERSION" val="1.0"/>
  <p:tag name="KSO_WM_BEAUTIFY_FLAG" val="#wm#"/>
</p:tagLst>
</file>

<file path=ppt/tags/tag9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7*i*2"/>
  <p:tag name="KSO_WM_UNIT_LAYERLEVEL" val="1"/>
  <p:tag name="KSO_WM_TAG_VERSION" val="1.0"/>
  <p:tag name="KSO_WM_BEAUTIFY_FLAG" val="#wm#"/>
</p:tagLst>
</file>

<file path=ppt/tags/tag9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7*i*3"/>
  <p:tag name="KSO_WM_UNIT_LAYERLEVEL" val="1"/>
  <p:tag name="KSO_WM_TAG_VERSION" val="1.0"/>
  <p:tag name="KSO_WM_BEAUTIFY_FLAG" val="#wm#"/>
</p:tagLst>
</file>

<file path=ppt/tags/tag9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7*i*1"/>
  <p:tag name="KSO_WM_UNIT_BK_DARK_LIGHT" val="1"/>
  <p:tag name="KSO_WM_UNIT_LAYERLEVEL" val="1"/>
  <p:tag name="KSO_WM_TAG_VERSION" val="1.0"/>
  <p:tag name="KSO_WM_BEAUTIFY_FLAG" val="#wm#"/>
</p:tagLst>
</file>

<file path=ppt/tags/tag9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3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94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1"/>
  <p:tag name="KSO_WM_UNIT_ID" val="_18*i*1"/>
  <p:tag name="KSO_WM_UNIT_BK_DARK_LIGHT" val="2"/>
  <p:tag name="KSO_WM_UNIT_LAYERLEVEL" val="1"/>
  <p:tag name="KSO_WM_TAG_VERSION" val="1.0"/>
  <p:tag name="KSO_WM_BEAUTIFY_FLAG" val="#wm#"/>
</p:tagLst>
</file>

<file path=ppt/tags/tag9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2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2"/>
</p:tagLst>
</file>

<file path=ppt/tags/tag945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8*i*3"/>
  <p:tag name="KSO_WM_UNIT_LAYERLEVEL" val="1"/>
  <p:tag name="KSO_WM_TAG_VERSION" val="1.0"/>
  <p:tag name="KSO_WM_BEAUTIFY_FLAG" val="#wm#"/>
</p:tagLst>
</file>

<file path=ppt/tags/tag946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8*i*4"/>
  <p:tag name="KSO_WM_UNIT_LAYERLEVEL" val="1"/>
  <p:tag name="KSO_WM_TAG_VERSION" val="1.0"/>
  <p:tag name="KSO_WM_BEAUTIFY_FLAG" val="#wm#"/>
</p:tagLst>
</file>

<file path=ppt/tags/tag9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SLIDE_BACKGROUND_TYPE" val="belt"/>
  <p:tag name="KSO_WM_SLIDE_BK_DARK_LIGHT" val="1"/>
  <p:tag name="KSO_WM_UNIT_TYPE" val="i"/>
  <p:tag name="KSO_WM_UNIT_INDEX" val="1"/>
</p:tagLst>
</file>

<file path=ppt/tags/tag948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6"/>
  <p:tag name="KSO_WM_UNIT_ID" val="_18*i*6"/>
  <p:tag name="KSO_WM_UNIT_LAYERLEVEL" val="1"/>
  <p:tag name="KSO_WM_TAG_VERSION" val="1.0"/>
  <p:tag name="KSO_WM_BEAUTIFY_FLAG" val="#wm#"/>
</p:tagLst>
</file>

<file path=ppt/tags/tag949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18*i*5"/>
  <p:tag name="KSO_WM_UNIT_LAYERLEVEL" val="1"/>
  <p:tag name="KSO_WM_TAG_VERSION" val="1.0"/>
  <p:tag name="KSO_WM_BEAUTIFY_FLAG" val="#wm#"/>
</p:tagLst>
</file>

<file path=ppt/tags/tag950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1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2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3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4.xml><?xml version="1.0" encoding="utf-8"?>
<p:tagLst xmlns:p="http://schemas.openxmlformats.org/presentationml/2006/main">
  <p:tag name="KSO_WM_SLIDE_BACKGROUND_TYPE" val="belt"/>
  <p:tag name="KSO_WM_SLIDE_BK_DARK_LIGHT" val="1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9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9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2545"/>
</p:tagLst>
</file>

<file path=ppt/tags/tag9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60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UNIT_SHOW_EDIT_AREA_INDICATION" val="0"/>
  <p:tag name="KSO_WM_TEMPLATE_THUMBS_INDEX" val="1、2、3、11、14"/>
  <p:tag name="KSO_WM_TAG_VERSION" val="1.0"/>
  <p:tag name="KSO_WM_BEAUTIFY_FLAG" val="#wm#"/>
  <p:tag name="KSO_WM_TEMPLATE_CATEGORY" val="custom"/>
  <p:tag name="KSO_WM_TEMPLATE_INDEX" val="20202545"/>
  <p:tag name="KSO_WM_TEMPLATE_MASTER_TYPE" val="1"/>
</p:tagLst>
</file>

<file path=ppt/tags/tag961.xml><?xml version="1.0" encoding="utf-8"?>
<p:tagLst xmlns:p="http://schemas.openxmlformats.org/presentationml/2006/main">
  <p:tag name="KSO_WM_UNIT_ISCONTENTSTITLE" val="0"/>
  <p:tag name="KSO_WM_UNIT_ISNUMDGMTITLE" val="0"/>
  <p:tag name="KSO_WM_UNIT_PRESET_TEXT" val="极简大气通用模板"/>
  <p:tag name="KSO_WM_UNIT_NOCLEAR" val="0"/>
  <p:tag name="KSO_WM_UNIT_VALUE" val="9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96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title"/>
  <p:tag name="KSO_WM_TEMPLATE_SUBCATEGORY" val="0"/>
  <p:tag name="KSO_WM_BEAUTIFY_FLAG" val="#wm#"/>
  <p:tag name="KSO_WM_TEMPLATE_SLIDE_ID" val="slide_d799d37ec7ee1a76"/>
  <p:tag name="KSO_WM_TAG_VERSION" val="1.0"/>
  <p:tag name="KSO_WM_SLIDE_ID" val="custom20202545_1"/>
  <p:tag name="KSO_WM_TEMPLATE_MASTER_TYPE" val="1"/>
  <p:tag name="KSO_WM_TEMPLATE_COLOR_TYPE" val="1"/>
  <p:tag name="KSO_WM_SLIDE_INDEX" val="1"/>
  <p:tag name="KSO_WM_TEMPLATE_CATEGORY" val="custom"/>
  <p:tag name="KSO_WM_TEMPLATE_INDEX" val="20202545"/>
  <p:tag name="KSO_WM_SLIDE_LAYOUT" val="a_b"/>
  <p:tag name="KSO_WM_SLIDE_LAYOUT_CNT" val="1_3"/>
  <p:tag name="KSO_WM_TEMPLATE_THUMBS_INDEX" val="1、2、6、7、9、11、14、15"/>
  <p:tag name="KSO_WM_SLIDE_SUBTYPE" val="pureTxt"/>
  <p:tag name="KSO_WM_TEMPLATE_MASTER_THUMB_INDEX" val="12"/>
</p:tagLst>
</file>

<file path=ppt/tags/tag9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4"/>
  <p:tag name="KSO_WM_UNIT_ID" val="custom20202545_3*i*4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5"/>
  <p:tag name="KSO_WM_UNIT_ID" val="custom20202545_3*i*5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i"/>
  <p:tag name="KSO_WM_UNIT_INDEX" val="6"/>
  <p:tag name="KSO_WM_UNIT_ID" val="custom20202545_3*i*6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</p:tagLst>
</file>

<file path=ppt/tags/tag966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2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custom20202545_3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967.xml><?xml version="1.0" encoding="utf-8"?>
<p:tagLst xmlns:p="http://schemas.openxmlformats.org/presentationml/2006/main">
  <p:tag name="KSO_WM_UNIT_ISCONTENTSTITLE" val="0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b"/>
  <p:tag name="KSO_WM_UNIT_INDEX" val="1"/>
  <p:tag name="KSO_WM_UNIT_ID" val="custom20202545_3*b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"/>
  <p:tag name="KSO_WM_UNIT_TEXT_FILL_FORE_SCHEMECOLOR_INDEX" val="14"/>
  <p:tag name="KSO_WM_UNIT_TEXT_FILL_TYPE" val="1"/>
  <p:tag name="KSO_WM_UNIT_USESOURCEFORMAT_APPLY" val="1"/>
</p:tagLst>
</file>

<file path=ppt/tags/tag968.xml><?xml version="1.0" encoding="utf-8"?>
<p:tagLst xmlns:p="http://schemas.openxmlformats.org/presentationml/2006/main">
  <p:tag name="KSO_WM_SLIDE_ID" val="custom20202545_3"/>
  <p:tag name="KSO_WM_TEMPLATE_SUBCATEGORY" val="0"/>
  <p:tag name="KSO_WM_TEMPLATE_MASTER_TYPE" val="1"/>
  <p:tag name="KSO_WM_TEMPLATE_COLOR_TYPE" val="1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202545"/>
  <p:tag name="KSO_WM_SLIDE_LAYOUT" val="a_b_l"/>
  <p:tag name="KSO_WM_SLIDE_LAYOUT_CNT" val="1_1_1"/>
</p:tagLst>
</file>

<file path=ppt/tags/tag969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97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9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972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973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9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76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97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9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80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98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98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98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984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8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86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987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98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98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990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92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993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99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995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996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99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998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999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00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01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02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00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00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005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06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07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08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009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0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11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012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01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15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016.xml><?xml version="1.0" encoding="utf-8"?>
<p:tagLst xmlns:p="http://schemas.openxmlformats.org/presentationml/2006/main">
  <p:tag name="KSO_WM_UNIT_TYPE" val="f"/>
  <p:tag name="KSO_WM_UNIT_INDEX" val="27"/>
  <p:tag name="KSO_WM_BEAUTIFY_FLAG" val="#wm#"/>
  <p:tag name="KSO_WM_TAG_VERSION" val="3.0"/>
</p:tagLst>
</file>

<file path=ppt/tags/tag101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18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19.xml><?xml version="1.0" encoding="utf-8"?>
<p:tagLst xmlns:p="http://schemas.openxmlformats.org/presentationml/2006/main">
  <p:tag name="KSO_WM_UNIT_TYPE" val="f"/>
  <p:tag name="KSO_WM_UNIT_INDEX" val="28"/>
  <p:tag name="KSO_WM_BEAUTIFY_FLAG" val="#wm#"/>
  <p:tag name="KSO_WM_TAG_VERSION" val="3.0"/>
</p:tagLst>
</file>

<file path=ppt/tags/tag1020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02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22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2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24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02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02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027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028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029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03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31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3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33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34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35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36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0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03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3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0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041.xml><?xml version="1.0" encoding="utf-8"?>
<p:tagLst xmlns:p="http://schemas.openxmlformats.org/presentationml/2006/main"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2.xml><?xml version="1.0" encoding="utf-8"?>
<p:tagLst xmlns:p="http://schemas.openxmlformats.org/presentationml/2006/main">
  <p:tag name="KSO_WM_TAG_VERSION" val="3.0"/>
</p:tagLst>
</file>

<file path=ppt/tags/tag1043.xml><?xml version="1.0" encoding="utf-8"?>
<p:tagLst xmlns:p="http://schemas.openxmlformats.org/presentationml/2006/main">
  <p:tag name="KSO_WM_TAG_VERSION" val="3.0"/>
</p:tagLst>
</file>

<file path=ppt/tags/tag1044.xml><?xml version="1.0" encoding="utf-8"?>
<p:tagLst xmlns:p="http://schemas.openxmlformats.org/presentationml/2006/main">
  <p:tag name="KSO_WM_TAG_VERSION" val="3.0"/>
  <p:tag name="KSO_WM_UNIT_FILL_FORE_SCHEMECOLOR_INDEX_BRIGHTNESS" val="0"/>
  <p:tag name="KSO_WM_UNIT_FILL_FORE_SCHEMECOLOR_INDEX" val="10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5.xml><?xml version="1.0" encoding="utf-8"?>
<p:tagLst xmlns:p="http://schemas.openxmlformats.org/presentationml/2006/main">
  <p:tag name="KSO_WM_TAG_VERSION" val="3.0"/>
</p:tagLst>
</file>

<file path=ppt/tags/tag1046.xml><?xml version="1.0" encoding="utf-8"?>
<p:tagLst xmlns:p="http://schemas.openxmlformats.org/presentationml/2006/main">
  <p:tag name="KSO_WM_TAG_VERSION" val="3.0"/>
</p:tagLst>
</file>

<file path=ppt/tags/tag1047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4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49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50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051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13"/>
  <p:tag name="KSO_WM_UNIT_TEXT_FILL_TYPE" val="1"/>
</p:tagLst>
</file>

<file path=ppt/tags/tag1052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5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54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55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056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057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5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59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60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06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062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63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64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6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06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067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68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6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70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07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07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073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74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75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076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077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78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79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080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081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2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083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084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085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086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08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0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1089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1090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0fce0a77-acff-47e5-9107-5be6d31f9dcc}"/>
</p:tagLst>
</file>

<file path=ppt/tags/tag10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3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0fce0a77-acff-47e5-9107-5be6d31f9dcc}"/>
</p:tagLst>
</file>

<file path=ppt/tags/tag10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6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0fce0a77-acff-47e5-9107-5be6d31f9dcc}"/>
</p:tagLst>
</file>

<file path=ppt/tags/tag10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099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0fce0a77-acff-47e5-9107-5be6d31f9dcc}"/>
</p:tagLst>
</file>

<file path=ppt/tags/tag1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2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0fce0a77-acff-47e5-9107-5be6d31f9dcc}"/>
  <p:tag name="KSO_WM_UNIT_TEXTBOXSTYLE_TEMPLATEID" val="3139431"/>
  <p:tag name="KSO_WM_UNIT_TEXTBOXSTYLE_TYPE" val="8"/>
</p:tagLst>
</file>

<file path=ppt/tags/tag1103.xml><?xml version="1.0" encoding="utf-8"?>
<p:tagLst xmlns:p="http://schemas.openxmlformats.org/presentationml/2006/main">
  <p:tag name="KSO_WM_UNIT_TEXTBOXSTYLE_SHAPETYPE" val="1"/>
  <p:tag name="KSO_WM_UNIT_TEXTBOXSTYLE_ADJUSTLEFT" val="0_35.14552"/>
  <p:tag name="KSO_WM_UNIT_TEXTBOXSTYLE_ADJUSTTOP" val="0_282.0435"/>
  <p:tag name="KSO_WM_UNIT_TEXTBOXSTYLE_DECORATEINDEX" val="1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"/>
  <p:tag name="KSO_WM_UNIT_ID" val="mixed20202549_1*i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31da01-7965-43c3-b745-34bdb734ddd5}"/>
</p:tagLst>
</file>

<file path=ppt/tags/tag1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2"/>
  <p:tag name="KSO_WM_UNIT_ID" val="mixed20202549_1*i*2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3"/>
  <p:tag name="KSO_WM_UNIT_ID" val="mixed20202549_1*i*3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6.xml><?xml version="1.0" encoding="utf-8"?>
<p:tagLst xmlns:p="http://schemas.openxmlformats.org/presentationml/2006/main">
  <p:tag name="KSO_WM_UNIT_TEXTBOXSTYLE_SHAPETYPE" val="1"/>
  <p:tag name="KSO_WM_UNIT_TEXTBOXSTYLE_ADJUSTLEFT" val="0_191.6372"/>
  <p:tag name="KSO_WM_UNIT_TEXTBOXSTYLE_ADJUSTTOP" val="0_282.0435"/>
  <p:tag name="KSO_WM_UNIT_TEXTBOXSTYLE_DECORATEINDEX" val="2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4"/>
  <p:tag name="KSO_WM_UNIT_ID" val="mixed20202549_1*i*4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31da01-7965-43c3-b745-34bdb734ddd5}"/>
</p:tagLst>
</file>

<file path=ppt/tags/tag1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5"/>
  <p:tag name="KSO_WM_UNIT_ID" val="mixed20202549_1*i*5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6"/>
  <p:tag name="KSO_WM_UNIT_ID" val="mixed20202549_1*i*6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09.xml><?xml version="1.0" encoding="utf-8"?>
<p:tagLst xmlns:p="http://schemas.openxmlformats.org/presentationml/2006/main">
  <p:tag name="KSO_WM_UNIT_TEXTBOXSTYLE_SHAPETYPE" val="1"/>
  <p:tag name="KSO_WM_UNIT_TEXTBOXSTYLE_ADJUSTLEFT" val="0_364.7264"/>
  <p:tag name="KSO_WM_UNIT_TEXTBOXSTYLE_ADJUSTTOP" val="0_282.0435"/>
  <p:tag name="KSO_WM_UNIT_TEXTBOXSTYLE_DECORATEINDEX" val="3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7"/>
  <p:tag name="KSO_WM_UNIT_ID" val="mixed20202549_1*i*7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31da01-7965-43c3-b745-34bdb734ddd5}"/>
</p:tagLst>
</file>

<file path=ppt/tags/tag1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8"/>
  <p:tag name="KSO_WM_UNIT_ID" val="mixed20202549_1*i*8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9"/>
  <p:tag name="KSO_WM_UNIT_ID" val="mixed20202549_1*i*9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12.xml><?xml version="1.0" encoding="utf-8"?>
<p:tagLst xmlns:p="http://schemas.openxmlformats.org/presentationml/2006/main">
  <p:tag name="KSO_WM_UNIT_TEXTBOXSTYLE_SHAPETYPE" val="1"/>
  <p:tag name="KSO_WM_UNIT_TEXTBOXSTYLE_ADJUSTLEFT" val="0_538.6006"/>
  <p:tag name="KSO_WM_UNIT_TEXTBOXSTYLE_ADJUSTTOP" val="0_282.0435"/>
  <p:tag name="KSO_WM_UNIT_TEXTBOXSTYLE_DECORATEINDEX" val="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0"/>
  <p:tag name="KSO_WM_UNIT_ID" val="mixed20202549_1*i*10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31da01-7965-43c3-b745-34bdb734ddd5}"/>
</p:tagLst>
</file>

<file path=ppt/tags/tag1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1"/>
  <p:tag name="KSO_WM_UNIT_ID" val="mixed20202549_1*i*11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i"/>
  <p:tag name="KSO_WM_UNIT_INDEX" val="12"/>
  <p:tag name="KSO_WM_UNIT_ID" val="mixed20202549_1*i*12"/>
  <p:tag name="KSO_WM_TEMPLATE_CATEGORY" val="mixed"/>
  <p:tag name="KSO_WM_TEMPLATE_INDEX" val="20202549"/>
  <p:tag name="KSO_WM_UNIT_LAYERLEVEL" val="1"/>
  <p:tag name="KSO_WM_TAG_VERSION" val="1.0"/>
  <p:tag name="KSO_WM_BEAUTIFY_FLAG" val="#wm#"/>
</p:tagLst>
</file>

<file path=ppt/tags/tag1115.xml><?xml version="1.0" encoding="utf-8"?>
<p:tagLst xmlns:p="http://schemas.openxmlformats.org/presentationml/2006/main">
  <p:tag name="KSO_WM_UNIT_TEXTBOXSTYLE_SHAPETYPE" val="0"/>
  <p:tag name="KSO_WM_UNIT_TEXTBOXSTYLE_TEMPLATETYPE" val="9"/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49_1*f*1"/>
  <p:tag name="KSO_WM_TEMPLATE_CATEGORY" val="mixed"/>
  <p:tag name="KSO_WM_TEMPLATE_INDEX" val="20202549"/>
  <p:tag name="KSO_WM_UNIT_LAYERLEVEL" val="1"/>
  <p:tag name="KSO_WM_TAG_VERSION" val="1.0"/>
  <p:tag name="KSO_WM_BEAUTIFY_FLAG" val="#wm#"/>
  <p:tag name="KSO_WM_UNIT_TEXTBOXSTYLE_GUID" val="{e531da01-7965-43c3-b745-34bdb734ddd5}"/>
  <p:tag name="KSO_WM_UNIT_TEXTBOXSTYLE_TEMPLATEID" val="3139431"/>
  <p:tag name="KSO_WM_UNIT_TEXTBOXSTYLE_TYPE" val="8"/>
</p:tagLst>
</file>

<file path=ppt/tags/tag1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1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1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22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12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1125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1126.xml><?xml version="1.0" encoding="utf-8"?>
<p:tagLst xmlns:p="http://schemas.openxmlformats.org/presentationml/2006/main">
  <p:tag name="KSO_WM_UNIT_TEXTBOXSTYLE_SHAPETYPE" val="0"/>
  <p:tag name="KSO_WM_UNIT_TEXTBOXSTYLE_TEMPLATETYPE" val="1"/>
  <p:tag name="KSO_WM_UNIT_PRESET_TEXT" val="点击此处添加正文，文字是您思想的提炼，为了演示发布的良好效果，请言简意赅的阐述您的观点。&#13;您的正文已经经简明扼要，字字珠玑，但信息却千丝万缕、错综复杂，需要用更多的文字来表述；但请您尽可能提炼思想的精髓。"/>
  <p:tag name="KSO_WM_UNIT_NOCLEAR" val="1"/>
  <p:tag name="KSO_WM_UNIT_VALUE" val="54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mixed20201947_66*f*1"/>
  <p:tag name="KSO_WM_TEMPLATE_CATEGORY" val="mixed"/>
  <p:tag name="KSO_WM_TEMPLATE_INDEX" val="20201947"/>
  <p:tag name="KSO_WM_UNIT_LAYERLEVEL" val="1"/>
  <p:tag name="KSO_WM_TAG_VERSION" val="1.0"/>
  <p:tag name="KSO_WM_BEAUTIFY_FLAG" val="#wm#"/>
  <p:tag name="KSO_WM_UNIT_TEXTBOXSTYLE_GUID" val="{ce12fdc4-299b-46cd-a41d-3e4b93de782d}"/>
  <p:tag name="KSO_WM_UNIT_TEXTBOXSTYLE_TEMPLATEID" val="3132638"/>
  <p:tag name="KSO_WM_UNIT_TEXTBOXSTYLE_TYPE" val="8"/>
</p:tagLst>
</file>

<file path=ppt/tags/tag1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1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1"/>
  <p:tag name="KSO_WM_UNIT_TEXTBOXSTYLE_SHAPETYPE" val="1"/>
  <p:tag name="KSO_WM_UNIT_TEXTBOXSTYLE_ADJUSTLEFT" val="0_10.20142"/>
  <p:tag name="KSO_WM_UNIT_TEXTBOXSTYLE_ADJUSTTOP" val="0_281.5305"/>
  <p:tag name="KSO_WM_UNIT_TEXTBOXSTYLE_DECORATEINDEX" val="1"/>
  <p:tag name="KSO_WM_UNIT_TEXTBOXSTYLE_GUID" val="{80272d99-3c8d-428d-8ab2-e751b20209c7}"/>
</p:tagLst>
</file>

<file path=ppt/tags/tag1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2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2"/>
</p:tagLst>
</file>

<file path=ppt/tags/tag1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3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3"/>
</p:tagLst>
</file>

<file path=ppt/tags/tag1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4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4"/>
</p:tagLst>
</file>

<file path=ppt/tags/tag1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5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5"/>
</p:tagLst>
</file>

<file path=ppt/tags/tag1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6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6"/>
</p:tagLst>
</file>

<file path=ppt/tags/tag1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7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7"/>
  <p:tag name="KSO_WM_UNIT_TEXTBOXSTYLE_SHAPETYPE" val="1"/>
  <p:tag name="KSO_WM_UNIT_TEXTBOXSTYLE_ADJUSTLEFT" val="0_180.2014"/>
  <p:tag name="KSO_WM_UNIT_TEXTBOXSTYLE_ADJUSTTOP" val="0_281.5305"/>
  <p:tag name="KSO_WM_UNIT_TEXTBOXSTYLE_DECORATEINDEX" val="2"/>
  <p:tag name="KSO_WM_UNIT_TEXTBOXSTYLE_GUID" val="{80272d99-3c8d-428d-8ab2-e751b20209c7}"/>
</p:tagLst>
</file>

<file path=ppt/tags/tag1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8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8"/>
</p:tagLst>
</file>

<file path=ppt/tags/tag1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9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9"/>
</p:tagLst>
</file>

<file path=ppt/tags/tag1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10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10"/>
</p:tagLst>
</file>

<file path=ppt/tags/tag1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ID" val="mixed20202550_1*i*11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YPE" val="i"/>
  <p:tag name="KSO_WM_UNIT_INDEX" val="11"/>
</p:tagLst>
</file>

<file path=ppt/tags/tag1138.xml><?xml version="1.0" encoding="utf-8"?>
<p:tagLst xmlns:p="http://schemas.openxmlformats.org/presentationml/2006/main">
  <p:tag name="KSO_WM_UNIT_PRESET_TEXT" val="我们能实现，图文排版，让我们能实现，图文排版，让图图片&#13;您的正文已经经简明扼要，字字珠玑。&#13;您的正文已经经简明扼要，字字珠玑。&#13;您的正文已经经简明扼要，字字珠玑。&#13;您的正文已经经简明扼要，字字珠玑。&#13;我们能实现，图文排版，让我们能实现，图文排版，让图图片"/>
  <p:tag name="KSO_WM_UNIT_NOCLEAR" val="1"/>
  <p:tag name="KSO_WM_UNIT_SHOW_EDIT_AREA_INDICATION" val="0"/>
  <p:tag name="KSO_WM_UNIT_VALUE" val="234"/>
  <p:tag name="KSO_WM_UNIT_HIGHLIGHT" val="0"/>
  <p:tag name="KSO_WM_UNIT_COMPATIBLE" val="0"/>
  <p:tag name="KSO_WM_UNIT_DIAGRAM_ISNUMVISUAL" val="0"/>
  <p:tag name="KSO_WM_UNIT_DIAGRAM_IS_NEED_ADD_PATH_ANIM" val="0"/>
  <p:tag name="KSO_WM_UNIT_DIAGRAM_ISREFERUNIT" val="0"/>
  <p:tag name="KSO_WM_UNIT_TYPE" val="f"/>
  <p:tag name="KSO_WM_UNIT_INDEX" val="1"/>
  <p:tag name="KSO_WM_UNIT_ID" val="mixed20202550_1*f*1"/>
  <p:tag name="KSO_WM_TEMPLATE_CATEGORY" val="mixed"/>
  <p:tag name="KSO_WM_TEMPLATE_INDEX" val="20202550"/>
  <p:tag name="KSO_WM_UNIT_LAYERLEVEL" val="1"/>
  <p:tag name="KSO_WM_TAG_VERSION" val="1.0"/>
  <p:tag name="KSO_WM_BEAUTIFY_FLAG" val="#wm#"/>
  <p:tag name="KSO_WM_UNIT_TEXTBOXSTYLE_SHAPETYPE" val="0"/>
  <p:tag name="KSO_WM_UNIT_TEXTBOXSTYLE_TEMPLATETYPE" val="9"/>
  <p:tag name="KSO_WM_UNIT_TEXTBOXSTYLE_GUID" val="{80272d99-3c8d-428d-8ab2-e751b20209c7}"/>
  <p:tag name="KSO_WM_UNIT_TEXTBOXSTYLE_TEMPLATEID" val="3139427"/>
  <p:tag name="KSO_WM_UNIT_TEXTBOXSTYLE_TYPE" val="8"/>
</p:tagLst>
</file>

<file path=ppt/tags/tag1139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0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1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2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3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4.xml><?xml version="1.0" encoding="utf-8"?>
<p:tagLst xmlns:p="http://schemas.openxmlformats.org/presentationml/2006/main">
  <p:tag name="KSO_WM_DIAGRAM_VIRTUALLY_FRAME" val="{&quot;height&quot;:328.8,&quot;left&quot;:57.6,&quot;top&quot;:108,&quot;width&quot;:842.45}"/>
</p:tagLst>
</file>

<file path=ppt/tags/tag114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46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14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148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49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15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151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52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153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154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155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156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15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58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159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160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1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162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163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4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165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166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67.xml><?xml version="1.0" encoding="utf-8"?>
<p:tagLst xmlns:p="http://schemas.openxmlformats.org/presentationml/2006/main">
  <p:tag name="KSO_WM_UNIT_TYPE" val="f"/>
  <p:tag name="KSO_WM_UNIT_INDEX" val="17"/>
  <p:tag name="KSO_WM_BEAUTIFY_FLAG" val="#wm#"/>
  <p:tag name="KSO_WM_TAG_VERSION" val="3.0"/>
</p:tagLst>
</file>

<file path=ppt/tags/tag1168.xml><?xml version="1.0" encoding="utf-8"?>
<p:tagLst xmlns:p="http://schemas.openxmlformats.org/presentationml/2006/main">
  <p:tag name="KSO_WM_UNIT_TYPE" val="f"/>
  <p:tag name="KSO_WM_UNIT_INDEX" val="18"/>
  <p:tag name="KSO_WM_BEAUTIFY_FLAG" val="#wm#"/>
  <p:tag name="KSO_WM_TAG_VERSION" val="3.0"/>
</p:tagLst>
</file>

<file path=ppt/tags/tag1169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0.xml><?xml version="1.0" encoding="utf-8"?>
<p:tagLst xmlns:p="http://schemas.openxmlformats.org/presentationml/2006/main">
  <p:tag name="KSO_WM_UNIT_TYPE" val="f"/>
  <p:tag name="KSO_WM_UNIT_INDEX" val="19"/>
  <p:tag name="KSO_WM_BEAUTIFY_FLAG" val="#wm#"/>
  <p:tag name="KSO_WM_TAG_VERSION" val="3.0"/>
</p:tagLst>
</file>

<file path=ppt/tags/tag1171.xml><?xml version="1.0" encoding="utf-8"?>
<p:tagLst xmlns:p="http://schemas.openxmlformats.org/presentationml/2006/main">
  <p:tag name="KSO_WM_UNIT_TYPE" val="f"/>
  <p:tag name="KSO_WM_UNIT_INDEX" val="20"/>
  <p:tag name="KSO_WM_BEAUTIFY_FLAG" val="#wm#"/>
  <p:tag name="KSO_WM_TAG_VERSION" val="3.0"/>
</p:tagLst>
</file>

<file path=ppt/tags/tag1172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3.xml><?xml version="1.0" encoding="utf-8"?>
<p:tagLst xmlns:p="http://schemas.openxmlformats.org/presentationml/2006/main">
  <p:tag name="KSO_WM_UNIT_TYPE" val="f"/>
  <p:tag name="KSO_WM_UNIT_INDEX" val="21"/>
  <p:tag name="KSO_WM_BEAUTIFY_FLAG" val="#wm#"/>
  <p:tag name="KSO_WM_TAG_VERSION" val="3.0"/>
</p:tagLst>
</file>

<file path=ppt/tags/tag1174.xml><?xml version="1.0" encoding="utf-8"?>
<p:tagLst xmlns:p="http://schemas.openxmlformats.org/presentationml/2006/main">
  <p:tag name="KSO_WM_UNIT_TYPE" val="f"/>
  <p:tag name="KSO_WM_UNIT_INDEX" val="22"/>
  <p:tag name="KSO_WM_BEAUTIFY_FLAG" val="#wm#"/>
  <p:tag name="KSO_WM_TAG_VERSION" val="3.0"/>
</p:tagLst>
</file>

<file path=ppt/tags/tag117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6.xml><?xml version="1.0" encoding="utf-8"?>
<p:tagLst xmlns:p="http://schemas.openxmlformats.org/presentationml/2006/main">
  <p:tag name="KSO_WM_UNIT_TYPE" val="f"/>
  <p:tag name="KSO_WM_UNIT_INDEX" val="23"/>
  <p:tag name="KSO_WM_BEAUTIFY_FLAG" val="#wm#"/>
  <p:tag name="KSO_WM_TAG_VERSION" val="3.0"/>
</p:tagLst>
</file>

<file path=ppt/tags/tag1177.xml><?xml version="1.0" encoding="utf-8"?>
<p:tagLst xmlns:p="http://schemas.openxmlformats.org/presentationml/2006/main">
  <p:tag name="KSO_WM_UNIT_TYPE" val="f"/>
  <p:tag name="KSO_WM_UNIT_INDEX" val="24"/>
  <p:tag name="KSO_WM_BEAUTIFY_FLAG" val="#wm#"/>
  <p:tag name="KSO_WM_TAG_VERSION" val="3.0"/>
</p:tagLst>
</file>

<file path=ppt/tags/tag117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79.xml><?xml version="1.0" encoding="utf-8"?>
<p:tagLst xmlns:p="http://schemas.openxmlformats.org/presentationml/2006/main">
  <p:tag name="KSO_WM_UNIT_TYPE" val="f"/>
  <p:tag name="KSO_WM_UNIT_INDEX" val="25"/>
  <p:tag name="KSO_WM_BEAUTIFY_FLAG" val="#wm#"/>
  <p:tag name="KSO_WM_TAG_VERSION" val="3.0"/>
</p:tagLst>
</file>

<file path=ppt/tags/tag1180.xml><?xml version="1.0" encoding="utf-8"?>
<p:tagLst xmlns:p="http://schemas.openxmlformats.org/presentationml/2006/main">
  <p:tag name="KSO_WM_UNIT_TYPE" val="f"/>
  <p:tag name="KSO_WM_UNIT_INDEX" val="26"/>
  <p:tag name="KSO_WM_BEAUTIFY_FLAG" val="#wm#"/>
  <p:tag name="KSO_WM_TAG_VERSION" val="3.0"/>
</p:tagLst>
</file>

<file path=ppt/tags/tag1181.xml><?xml version="1.0" encoding="utf-8"?>
<p:tagLst xmlns:p="http://schemas.openxmlformats.org/presentationml/2006/main">
  <p:tag name="KSO_WM_UNIT_TYPE" val="i"/>
  <p:tag name="KSO_WM_UNIT_INDEX" val="4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82.xml><?xml version="1.0" encoding="utf-8"?>
<p:tagLst xmlns:p="http://schemas.openxmlformats.org/presentationml/2006/main">
  <p:tag name="KSO_WM_UNIT_TYPE" val="f"/>
  <p:tag name="KSO_WM_UNIT_INDEX" val="29"/>
  <p:tag name="KSO_WM_BEAUTIFY_FLAG" val="#wm#"/>
  <p:tag name="KSO_WM_TAG_VERSION" val="3.0"/>
</p:tagLst>
</file>

<file path=ppt/tags/tag1183.xml><?xml version="1.0" encoding="utf-8"?>
<p:tagLst xmlns:p="http://schemas.openxmlformats.org/presentationml/2006/main">
  <p:tag name="KSO_WM_UNIT_TYPE" val="f"/>
  <p:tag name="KSO_WM_UNIT_INDEX" val="30"/>
  <p:tag name="KSO_WM_BEAUTIFY_FLAG" val="#wm#"/>
  <p:tag name="KSO_WM_TAG_VERSION" val="3.0"/>
</p:tagLst>
</file>

<file path=ppt/tags/tag1184.xml><?xml version="1.0" encoding="utf-8"?>
<p:tagLst xmlns:p="http://schemas.openxmlformats.org/presentationml/2006/main">
  <p:tag name="KSO_WM_UNIT_TYPE" val="i"/>
  <p:tag name="KSO_WM_UNIT_INDEX" val="42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85.xml><?xml version="1.0" encoding="utf-8"?>
<p:tagLst xmlns:p="http://schemas.openxmlformats.org/presentationml/2006/main">
  <p:tag name="KSO_WM_UNIT_TYPE" val="f"/>
  <p:tag name="KSO_WM_UNIT_INDEX" val="31"/>
  <p:tag name="KSO_WM_BEAUTIFY_FLAG" val="#wm#"/>
  <p:tag name="KSO_WM_TAG_VERSION" val="3.0"/>
</p:tagLst>
</file>

<file path=ppt/tags/tag1186.xml><?xml version="1.0" encoding="utf-8"?>
<p:tagLst xmlns:p="http://schemas.openxmlformats.org/presentationml/2006/main">
  <p:tag name="KSO_WM_UNIT_TYPE" val="f"/>
  <p:tag name="KSO_WM_UNIT_INDEX" val="32"/>
  <p:tag name="KSO_WM_BEAUTIFY_FLAG" val="#wm#"/>
  <p:tag name="KSO_WM_TAG_VERSION" val="3.0"/>
</p:tagLst>
</file>

<file path=ppt/tags/tag1187.xml><?xml version="1.0" encoding="utf-8"?>
<p:tagLst xmlns:p="http://schemas.openxmlformats.org/presentationml/2006/main">
  <p:tag name="KSO_WM_UNIT_TYPE" val="i"/>
  <p:tag name="KSO_WM_UNIT_INDEX" val="44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88.xml><?xml version="1.0" encoding="utf-8"?>
<p:tagLst xmlns:p="http://schemas.openxmlformats.org/presentationml/2006/main">
  <p:tag name="KSO_WM_UNIT_TYPE" val="f"/>
  <p:tag name="KSO_WM_UNIT_INDEX" val="33"/>
  <p:tag name="KSO_WM_BEAUTIFY_FLAG" val="#wm#"/>
  <p:tag name="KSO_WM_TAG_VERSION" val="3.0"/>
</p:tagLst>
</file>

<file path=ppt/tags/tag1189.xml><?xml version="1.0" encoding="utf-8"?>
<p:tagLst xmlns:p="http://schemas.openxmlformats.org/presentationml/2006/main">
  <p:tag name="KSO_WM_UNIT_TYPE" val="f"/>
  <p:tag name="KSO_WM_UNIT_INDEX" val="34"/>
  <p:tag name="KSO_WM_BEAUTIFY_FLAG" val="#wm#"/>
  <p:tag name="KSO_WM_TAG_VERSION" val="3.0"/>
</p:tagLst>
</file>

<file path=ppt/tags/tag1190.xml><?xml version="1.0" encoding="utf-8"?>
<p:tagLst xmlns:p="http://schemas.openxmlformats.org/presentationml/2006/main">
  <p:tag name="KSO_WM_UNIT_TYPE" val="i"/>
  <p:tag name="KSO_WM_UNIT_INDEX" val="46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91.xml><?xml version="1.0" encoding="utf-8"?>
<p:tagLst xmlns:p="http://schemas.openxmlformats.org/presentationml/2006/main">
  <p:tag name="KSO_WM_UNIT_TYPE" val="f"/>
  <p:tag name="KSO_WM_UNIT_INDEX" val="35"/>
  <p:tag name="KSO_WM_BEAUTIFY_FLAG" val="#wm#"/>
  <p:tag name="KSO_WM_TAG_VERSION" val="3.0"/>
</p:tagLst>
</file>

<file path=ppt/tags/tag1192.xml><?xml version="1.0" encoding="utf-8"?>
<p:tagLst xmlns:p="http://schemas.openxmlformats.org/presentationml/2006/main">
  <p:tag name="KSO_WM_UNIT_TYPE" val="f"/>
  <p:tag name="KSO_WM_UNIT_INDEX" val="36"/>
  <p:tag name="KSO_WM_BEAUTIFY_FLAG" val="#wm#"/>
  <p:tag name="KSO_WM_TAG_VERSION" val="3.0"/>
</p:tagLst>
</file>

<file path=ppt/tags/tag1193.xml><?xml version="1.0" encoding="utf-8"?>
<p:tagLst xmlns:p="http://schemas.openxmlformats.org/presentationml/2006/main">
  <p:tag name="KSO_WM_UNIT_TYPE" val="i"/>
  <p:tag name="KSO_WM_UNIT_INDEX" val="48"/>
  <p:tag name="KSO_WM_BEAUTIFY_FLAG" val="#wm#"/>
  <p:tag name="KSO_WM_TAG_VERSION" val="3.0"/>
  <p:tag name="KSO_WM_UNIT_FILL_FORE_SCHEMECOLOR_INDEX_BRIGHTNESS" val="0"/>
  <p:tag name="KSO_WM_UNIT_FILL_FORE_SCHEMECOLOR_INDEX" val="7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194.xml><?xml version="1.0" encoding="utf-8"?>
<p:tagLst xmlns:p="http://schemas.openxmlformats.org/presentationml/2006/main">
  <p:tag name="KSO_WM_UNIT_TYPE" val="f"/>
  <p:tag name="KSO_WM_UNIT_INDEX" val="37"/>
  <p:tag name="KSO_WM_BEAUTIFY_FLAG" val="#wm#"/>
  <p:tag name="KSO_WM_TAG_VERSION" val="3.0"/>
</p:tagLst>
</file>

<file path=ppt/tags/tag1195.xml><?xml version="1.0" encoding="utf-8"?>
<p:tagLst xmlns:p="http://schemas.openxmlformats.org/presentationml/2006/main">
  <p:tag name="KSO_WM_UNIT_TYPE" val="f"/>
  <p:tag name="KSO_WM_UNIT_INDEX" val="38"/>
  <p:tag name="KSO_WM_BEAUTIFY_FLAG" val="#wm#"/>
  <p:tag name="KSO_WM_TAG_VERSION" val="3.0"/>
</p:tagLst>
</file>

<file path=ppt/tags/tag1196.xml><?xml version="1.0" encoding="utf-8"?>
<p:tagLst xmlns:p="http://schemas.openxmlformats.org/presentationml/2006/main">
  <p:tag name="KSO_WM_UNIT_TYPE" val="i"/>
  <p:tag name="KSO_WM_UNIT_INDEX" val="5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197.xml><?xml version="1.0" encoding="utf-8"?>
<p:tagLst xmlns:p="http://schemas.openxmlformats.org/presentationml/2006/main">
  <p:tag name="KSO_WM_UNIT_TYPE" val="f"/>
  <p:tag name="KSO_WM_UNIT_INDEX" val="39"/>
  <p:tag name="KSO_WM_BEAUTIFY_FLAG" val="#wm#"/>
  <p:tag name="KSO_WM_TAG_VERSION" val="3.0"/>
</p:tagLst>
</file>

<file path=ppt/tags/tag1198.xml><?xml version="1.0" encoding="utf-8"?>
<p:tagLst xmlns:p="http://schemas.openxmlformats.org/presentationml/2006/main">
  <p:tag name="KSO_WM_UNIT_TYPE" val="f"/>
  <p:tag name="KSO_WM_UNIT_INDEX" val="40"/>
  <p:tag name="KSO_WM_BEAUTIFY_FLAG" val="#wm#"/>
  <p:tag name="KSO_WM_TAG_VERSION" val="3.0"/>
</p:tagLst>
</file>

<file path=ppt/tags/tag1199.xml><?xml version="1.0" encoding="utf-8"?>
<p:tagLst xmlns:p="http://schemas.openxmlformats.org/presentationml/2006/main">
  <p:tag name="KSO_WM_UNIT_TYPE" val="i"/>
  <p:tag name="KSO_WM_UNIT_INDEX" val="52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0.xml><?xml version="1.0" encoding="utf-8"?>
<p:tagLst xmlns:p="http://schemas.openxmlformats.org/presentationml/2006/main">
  <p:tag name="KSO_WM_UNIT_TYPE" val="f"/>
  <p:tag name="KSO_WM_UNIT_INDEX" val="41"/>
  <p:tag name="KSO_WM_BEAUTIFY_FLAG" val="#wm#"/>
  <p:tag name="KSO_WM_TAG_VERSION" val="3.0"/>
</p:tagLst>
</file>

<file path=ppt/tags/tag1201.xml><?xml version="1.0" encoding="utf-8"?>
<p:tagLst xmlns:p="http://schemas.openxmlformats.org/presentationml/2006/main">
  <p:tag name="KSO_WM_UNIT_TYPE" val="f"/>
  <p:tag name="KSO_WM_UNIT_INDEX" val="42"/>
  <p:tag name="KSO_WM_BEAUTIFY_FLAG" val="#wm#"/>
  <p:tag name="KSO_WM_TAG_VERSION" val="3.0"/>
</p:tagLst>
</file>

<file path=ppt/tags/tag1202.xml><?xml version="1.0" encoding="utf-8"?>
<p:tagLst xmlns:p="http://schemas.openxmlformats.org/presentationml/2006/main">
  <p:tag name="KSO_WM_UNIT_TYPE" val="i"/>
  <p:tag name="KSO_WM_UNIT_INDEX" val="54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3.xml><?xml version="1.0" encoding="utf-8"?>
<p:tagLst xmlns:p="http://schemas.openxmlformats.org/presentationml/2006/main">
  <p:tag name="KSO_WM_UNIT_TYPE" val="f"/>
  <p:tag name="KSO_WM_UNIT_INDEX" val="43"/>
  <p:tag name="KSO_WM_BEAUTIFY_FLAG" val="#wm#"/>
  <p:tag name="KSO_WM_TAG_VERSION" val="3.0"/>
</p:tagLst>
</file>

<file path=ppt/tags/tag1204.xml><?xml version="1.0" encoding="utf-8"?>
<p:tagLst xmlns:p="http://schemas.openxmlformats.org/presentationml/2006/main">
  <p:tag name="KSO_WM_UNIT_TYPE" val="f"/>
  <p:tag name="KSO_WM_UNIT_INDEX" val="44"/>
  <p:tag name="KSO_WM_BEAUTIFY_FLAG" val="#wm#"/>
  <p:tag name="KSO_WM_TAG_VERSION" val="3.0"/>
</p:tagLst>
</file>

<file path=ppt/tags/tag1205.xml><?xml version="1.0" encoding="utf-8"?>
<p:tagLst xmlns:p="http://schemas.openxmlformats.org/presentationml/2006/main">
  <p:tag name="KSO_WM_UNIT_TYPE" val="i"/>
  <p:tag name="KSO_WM_UNIT_INDEX" val="56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6.xml><?xml version="1.0" encoding="utf-8"?>
<p:tagLst xmlns:p="http://schemas.openxmlformats.org/presentationml/2006/main">
  <p:tag name="KSO_WM_UNIT_TYPE" val="f"/>
  <p:tag name="KSO_WM_UNIT_INDEX" val="45"/>
  <p:tag name="KSO_WM_BEAUTIFY_FLAG" val="#wm#"/>
  <p:tag name="KSO_WM_TAG_VERSION" val="3.0"/>
</p:tagLst>
</file>

<file path=ppt/tags/tag1207.xml><?xml version="1.0" encoding="utf-8"?>
<p:tagLst xmlns:p="http://schemas.openxmlformats.org/presentationml/2006/main">
  <p:tag name="KSO_WM_UNIT_TYPE" val="f"/>
  <p:tag name="KSO_WM_UNIT_INDEX" val="46"/>
  <p:tag name="KSO_WM_BEAUTIFY_FLAG" val="#wm#"/>
  <p:tag name="KSO_WM_TAG_VERSION" val="3.0"/>
</p:tagLst>
</file>

<file path=ppt/tags/tag1208.xml><?xml version="1.0" encoding="utf-8"?>
<p:tagLst xmlns:p="http://schemas.openxmlformats.org/presentationml/2006/main">
  <p:tag name="KSO_WM_UNIT_TYPE" val="i"/>
  <p:tag name="KSO_WM_UNIT_INDEX" val="58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09.xml><?xml version="1.0" encoding="utf-8"?>
<p:tagLst xmlns:p="http://schemas.openxmlformats.org/presentationml/2006/main">
  <p:tag name="KSO_WM_UNIT_TYPE" val="f"/>
  <p:tag name="KSO_WM_UNIT_INDEX" val="47"/>
  <p:tag name="KSO_WM_BEAUTIFY_FLAG" val="#wm#"/>
  <p:tag name="KSO_WM_TAG_VERSION" val="3.0"/>
</p:tagLst>
</file>

<file path=ppt/tags/tag1210.xml><?xml version="1.0" encoding="utf-8"?>
<p:tagLst xmlns:p="http://schemas.openxmlformats.org/presentationml/2006/main">
  <p:tag name="KSO_WM_UNIT_TYPE" val="f"/>
  <p:tag name="KSO_WM_UNIT_INDEX" val="48"/>
  <p:tag name="KSO_WM_BEAUTIFY_FLAG" val="#wm#"/>
  <p:tag name="KSO_WM_TAG_VERSION" val="3.0"/>
</p:tagLst>
</file>

<file path=ppt/tags/tag1211.xml><?xml version="1.0" encoding="utf-8"?>
<p:tagLst xmlns:p="http://schemas.openxmlformats.org/presentationml/2006/main">
  <p:tag name="KSO_WM_UNIT_TYPE" val="i"/>
  <p:tag name="KSO_WM_UNIT_INDEX" val="60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12.xml><?xml version="1.0" encoding="utf-8"?>
<p:tagLst xmlns:p="http://schemas.openxmlformats.org/presentationml/2006/main">
  <p:tag name="KSO_WM_UNIT_TYPE" val="f"/>
  <p:tag name="KSO_WM_UNIT_INDEX" val="49"/>
  <p:tag name="KSO_WM_BEAUTIFY_FLAG" val="#wm#"/>
  <p:tag name="KSO_WM_TAG_VERSION" val="3.0"/>
</p:tagLst>
</file>

<file path=ppt/tags/tag1213.xml><?xml version="1.0" encoding="utf-8"?>
<p:tagLst xmlns:p="http://schemas.openxmlformats.org/presentationml/2006/main">
  <p:tag name="KSO_WM_UNIT_TYPE" val="f"/>
  <p:tag name="KSO_WM_UNIT_INDEX" val="50"/>
  <p:tag name="KSO_WM_BEAUTIFY_FLAG" val="#wm#"/>
  <p:tag name="KSO_WM_TAG_VERSION" val="3.0"/>
</p:tagLst>
</file>

<file path=ppt/tags/tag1214.xml><?xml version="1.0" encoding="utf-8"?>
<p:tagLst xmlns:p="http://schemas.openxmlformats.org/presentationml/2006/main">
  <p:tag name="KSO_WM_UNIT_TYPE" val="i"/>
  <p:tag name="KSO_WM_UNIT_INDEX" val="62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15.xml><?xml version="1.0" encoding="utf-8"?>
<p:tagLst xmlns:p="http://schemas.openxmlformats.org/presentationml/2006/main">
  <p:tag name="KSO_WM_UNIT_TYPE" val="f"/>
  <p:tag name="KSO_WM_UNIT_INDEX" val="51"/>
  <p:tag name="KSO_WM_BEAUTIFY_FLAG" val="#wm#"/>
  <p:tag name="KSO_WM_TAG_VERSION" val="3.0"/>
</p:tagLst>
</file>

<file path=ppt/tags/tag1216.xml><?xml version="1.0" encoding="utf-8"?>
<p:tagLst xmlns:p="http://schemas.openxmlformats.org/presentationml/2006/main">
  <p:tag name="KSO_WM_UNIT_TYPE" val="f"/>
  <p:tag name="KSO_WM_UNIT_INDEX" val="52"/>
  <p:tag name="KSO_WM_BEAUTIFY_FLAG" val="#wm#"/>
  <p:tag name="KSO_WM_TAG_VERSION" val="3.0"/>
</p:tagLst>
</file>

<file path=ppt/tags/tag1217.xml><?xml version="1.0" encoding="utf-8"?>
<p:tagLst xmlns:p="http://schemas.openxmlformats.org/presentationml/2006/main">
  <p:tag name="KSO_WM_UNIT_TYPE" val="i"/>
  <p:tag name="KSO_WM_UNIT_INDEX" val="64"/>
  <p:tag name="KSO_WM_BEAUTIFY_FLAG" val="#wm#"/>
  <p:tag name="KSO_WM_TAG_VERSION" val="3.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18.xml><?xml version="1.0" encoding="utf-8"?>
<p:tagLst xmlns:p="http://schemas.openxmlformats.org/presentationml/2006/main">
  <p:tag name="KSO_WM_UNIT_TYPE" val="f"/>
  <p:tag name="KSO_WM_UNIT_INDEX" val="53"/>
  <p:tag name="KSO_WM_BEAUTIFY_FLAG" val="#wm#"/>
  <p:tag name="KSO_WM_TAG_VERSION" val="3.0"/>
</p:tagLst>
</file>

<file path=ppt/tags/tag1219.xml><?xml version="1.0" encoding="utf-8"?>
<p:tagLst xmlns:p="http://schemas.openxmlformats.org/presentationml/2006/main">
  <p:tag name="KSO_WM_UNIT_TYPE" val="f"/>
  <p:tag name="KSO_WM_UNIT_INDEX" val="54"/>
  <p:tag name="KSO_WM_BEAUTIFY_FLAG" val="#wm#"/>
  <p:tag name="KSO_WM_TAG_VERSION" val="3.0"/>
</p:tagLst>
</file>

<file path=ppt/tags/tag1220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21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1223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122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2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27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2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29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30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231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32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33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34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35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36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237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3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39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40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41.xml><?xml version="1.0" encoding="utf-8"?>
<p:tagLst xmlns:p="http://schemas.openxmlformats.org/presentationml/2006/main">
  <p:tag name="KSO_WM_TAG_VERSION" val="3.0"/>
</p:tagLst>
</file>

<file path=ppt/tags/tag1242.xml><?xml version="1.0" encoding="utf-8"?>
<p:tagLst xmlns:p="http://schemas.openxmlformats.org/presentationml/2006/main">
  <p:tag name="KSO_WM_TAG_VERSION" val="3.0"/>
</p:tagLst>
</file>

<file path=ppt/tags/tag1243.xml><?xml version="1.0" encoding="utf-8"?>
<p:tagLst xmlns:p="http://schemas.openxmlformats.org/presentationml/2006/main">
  <p:tag name="KSO_WM_TAG_VERSION" val="3.0"/>
</p:tagLst>
</file>

<file path=ppt/tags/tag1244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45.xml><?xml version="1.0" encoding="utf-8"?>
<p:tagLst xmlns:p="http://schemas.openxmlformats.org/presentationml/2006/main">
  <p:tag name="KSO_WM_TAG_VERSION" val="3.0"/>
</p:tagLst>
</file>

<file path=ppt/tags/tag1246.xml><?xml version="1.0" encoding="utf-8"?>
<p:tagLst xmlns:p="http://schemas.openxmlformats.org/presentationml/2006/main">
  <p:tag name="KSO_WM_TAG_VERSION" val="3.0"/>
</p:tagLst>
</file>

<file path=ppt/tags/tag1247.xml><?xml version="1.0" encoding="utf-8"?>
<p:tagLst xmlns:p="http://schemas.openxmlformats.org/presentationml/2006/main">
  <p:tag name="KSO_WM_TAG_VERSION" val="3.0"/>
</p:tagLst>
</file>

<file path=ppt/tags/tag1248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49.xml><?xml version="1.0" encoding="utf-8"?>
<p:tagLst xmlns:p="http://schemas.openxmlformats.org/presentationml/2006/main">
  <p:tag name="KSO_WM_TAG_VERSION" val="3.0"/>
</p:tagLst>
</file>

<file path=ppt/tags/tag1250.xml><?xml version="1.0" encoding="utf-8"?>
<p:tagLst xmlns:p="http://schemas.openxmlformats.org/presentationml/2006/main">
  <p:tag name="KSO_WM_TAG_VERSION" val="3.0"/>
</p:tagLst>
</file>

<file path=ppt/tags/tag1251.xml><?xml version="1.0" encoding="utf-8"?>
<p:tagLst xmlns:p="http://schemas.openxmlformats.org/presentationml/2006/main">
  <p:tag name="KSO_WM_TAG_VERSION" val="3.0"/>
</p:tagLst>
</file>

<file path=ppt/tags/tag1252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53.xml><?xml version="1.0" encoding="utf-8"?>
<p:tagLst xmlns:p="http://schemas.openxmlformats.org/presentationml/2006/main">
  <p:tag name="KSO_WM_TAG_VERSION" val="3.0"/>
</p:tagLst>
</file>

<file path=ppt/tags/tag1254.xml><?xml version="1.0" encoding="utf-8"?>
<p:tagLst xmlns:p="http://schemas.openxmlformats.org/presentationml/2006/main">
  <p:tag name="KSO_WM_TAG_VERSION" val="3.0"/>
</p:tagLst>
</file>

<file path=ppt/tags/tag1255.xml><?xml version="1.0" encoding="utf-8"?>
<p:tagLst xmlns:p="http://schemas.openxmlformats.org/presentationml/2006/main">
  <p:tag name="KSO_WM_TAG_VERSION" val="3.0"/>
</p:tagLst>
</file>

<file path=ppt/tags/tag1256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57.xml><?xml version="1.0" encoding="utf-8"?>
<p:tagLst xmlns:p="http://schemas.openxmlformats.org/presentationml/2006/main">
  <p:tag name="KSO_WM_TAG_VERSION" val="3.0"/>
</p:tagLst>
</file>

<file path=ppt/tags/tag1258.xml><?xml version="1.0" encoding="utf-8"?>
<p:tagLst xmlns:p="http://schemas.openxmlformats.org/presentationml/2006/main"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59.xml><?xml version="1.0" encoding="utf-8"?>
<p:tagLst xmlns:p="http://schemas.openxmlformats.org/presentationml/2006/main">
  <p:tag name="KSO_WM_TAG_VERSION" val="3.0"/>
</p:tagLst>
</file>

<file path=ppt/tags/tag1260.xml><?xml version="1.0" encoding="utf-8"?>
<p:tagLst xmlns:p="http://schemas.openxmlformats.org/presentationml/2006/main">
  <p:tag name="KSO_WM_TAG_VERSION" val="3.0"/>
</p:tagLst>
</file>

<file path=ppt/tags/tag1261.xml><?xml version="1.0" encoding="utf-8"?>
<p:tagLst xmlns:p="http://schemas.openxmlformats.org/presentationml/2006/main">
  <p:tag name="KSO_WM_TAG_VERSION" val="3.0"/>
</p:tagLst>
</file>

<file path=ppt/tags/tag1262.xml><?xml version="1.0" encoding="utf-8"?>
<p:tagLst xmlns:p="http://schemas.openxmlformats.org/presentationml/2006/main">
  <p:tag name="KSO_WM_TAG_VERSION" val="3.0"/>
</p:tagLst>
</file>

<file path=ppt/tags/tag1263.xml><?xml version="1.0" encoding="utf-8"?>
<p:tagLst xmlns:p="http://schemas.openxmlformats.org/presentationml/2006/main">
  <p:tag name="KSO_WM_TAG_VERSION" val="3.0"/>
</p:tagLst>
</file>

<file path=ppt/tags/tag126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265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126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12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2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2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5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276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277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278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8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28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282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283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1284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85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286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287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288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289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90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91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292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29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294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2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296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297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298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299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00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1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302.xml><?xml version="1.0" encoding="utf-8"?>
<p:tagLst xmlns:p="http://schemas.openxmlformats.org/presentationml/2006/main">
  <p:tag name="KSO_WM_UNIT_TYPE" val="f"/>
  <p:tag name="KSO_WM_UNIT_INDEX" val="15"/>
  <p:tag name="KSO_WM_BEAUTIFY_FLAG" val="#wm#"/>
  <p:tag name="KSO_WM_TAG_VERSION" val="3.0"/>
</p:tagLst>
</file>

<file path=ppt/tags/tag1303.xml><?xml version="1.0" encoding="utf-8"?>
<p:tagLst xmlns:p="http://schemas.openxmlformats.org/presentationml/2006/main">
  <p:tag name="KSO_WM_UNIT_TYPE" val="f"/>
  <p:tag name="KSO_WM_UNIT_INDEX" val="16"/>
  <p:tag name="KSO_WM_BEAUTIFY_FLAG" val="#wm#"/>
  <p:tag name="KSO_WM_TAG_VERSION" val="3.0"/>
</p:tagLst>
</file>

<file path=ppt/tags/tag130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0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0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0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0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1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1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1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1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1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1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1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1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1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2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2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2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2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2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2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2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2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2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2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3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3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3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3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3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3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3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3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3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3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4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4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4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4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4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4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4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4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4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4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5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5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5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5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5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5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5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5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58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59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60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61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62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63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0*0*0*0"/>
</p:tagLst>
</file>

<file path=ppt/tags/tag1364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365.xml><?xml version="1.0" encoding="utf-8"?>
<p:tagLst xmlns:p="http://schemas.openxmlformats.org/presentationml/2006/main">
  <p:tag name="KSO_WM_UNIT_PRESET_TEXT" val="1"/>
  <p:tag name="KSO_WM_UNIT_NOCLEAR" val="0"/>
  <p:tag name="KSO_WM_UNIT_VALUE" val="0"/>
  <p:tag name="KSO_WM_UNIT_HIGHLIGHT" val="0"/>
  <p:tag name="KSO_WM_UNIT_COMPATIBLE" val="0"/>
  <p:tag name="KSO_WM_UNIT_DIAGRAM_ISNUMVISUAL" val="0"/>
  <p:tag name="KSO_WM_UNIT_DIAGRAM_ISREFERUNIT" val="0"/>
  <p:tag name="KSO_WM_UNIT_TYPE" val="e"/>
  <p:tag name="KSO_WM_UNIT_INDEX" val="1"/>
  <p:tag name="KSO_WM_UNIT_ID" val="custom20202545_7*e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3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添加标题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7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0.15"/>
  <p:tag name="KSO_WM_UNIT_TEXT_FILL_FORE_SCHEMECOLOR_INDEX" val="13"/>
  <p:tag name="KSO_WM_UNIT_TEXT_FILL_TYPE" val="1"/>
</p:tagLst>
</file>

<file path=ppt/tags/tag1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custom20202545_7*i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TEXT_FILL_FORE_SCHEMECOLOR_INDEX_BRIGHTNESS" val="-0.25"/>
  <p:tag name="KSO_WM_UNIT_TEXT_FILL_FORE_SCHEMECOLOR_INDEX" val="13"/>
  <p:tag name="KSO_WM_UNIT_TEXT_FILL_TYPE" val="1"/>
</p:tagLst>
</file>

<file path=ppt/tags/tag1368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sectionTitle"/>
  <p:tag name="KSO_WM_TEMPLATE_SUBCATEGORY" val="0"/>
  <p:tag name="KSO_WM_BEAUTIFY_FLAG" val="#wm#"/>
  <p:tag name="KSO_WM_TEMPLATE_SLIDE_ID" val="slide_0e3ab8503af4c08e"/>
  <p:tag name="KSO_WM_TAG_VERSION" val="1.0"/>
  <p:tag name="KSO_WM_SLIDE_ID" val="custom20202545_7"/>
  <p:tag name="KSO_WM_TEMPLATE_MASTER_TYPE" val="1"/>
  <p:tag name="KSO_WM_TEMPLATE_COLOR_TYPE" val="1"/>
  <p:tag name="KSO_WM_SLIDE_INDEX" val="7"/>
  <p:tag name="KSO_WM_TEMPLATE_CATEGORY" val="custom"/>
  <p:tag name="KSO_WM_TEMPLATE_INDEX" val="20202545"/>
  <p:tag name="KSO_WM_SLIDE_LAYOUT" val="a_b_e"/>
  <p:tag name="KSO_WM_SLIDE_LAYOUT_CNT" val="1_1_1"/>
  <p:tag name="KSO_WM_SLIDE_SUBTYPE" val="pureTxt"/>
</p:tagLst>
</file>

<file path=ppt/tags/tag136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37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71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72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373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74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375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76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7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7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379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8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8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382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8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8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385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86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87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388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89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90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391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392.xml><?xml version="1.0" encoding="utf-8"?>
<p:tagLst xmlns:p="http://schemas.openxmlformats.org/presentationml/2006/main">
  <p:tag name="KSO_WM_UNIT_TYPE" val="i"/>
  <p:tag name="KSO_WM_UNIT_INDEX" val="2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93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9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395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96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39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398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399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00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01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2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03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404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05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6.xml><?xml version="1.0" encoding="utf-8"?>
<p:tagLst xmlns:p="http://schemas.openxmlformats.org/presentationml/2006/main">
  <p:tag name="KSO_WM_UNIT_TYPE" val="x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0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408.xml><?xml version="1.0" encoding="utf-8"?>
<p:tagLst xmlns:p="http://schemas.openxmlformats.org/presentationml/2006/main">
  <p:tag name="KSO_WM_UNIT_TYPE" val="i"/>
  <p:tag name="KSO_WM_UNIT_INDEX" val="3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09.xml><?xml version="1.0" encoding="utf-8"?>
<p:tagLst xmlns:p="http://schemas.openxmlformats.org/presentationml/2006/main">
  <p:tag name="KSO_WM_UNIT_TYPE" val="x"/>
  <p:tag name="KSO_WM_UNIT_INDEX" val="1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1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11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12.xml><?xml version="1.0" encoding="utf-8"?>
<p:tagLst xmlns:p="http://schemas.openxmlformats.org/presentationml/2006/main">
  <p:tag name="KSO_WM_UNIT_TYPE" val="x"/>
  <p:tag name="KSO_WM_UNIT_INDEX" val="1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13.xml><?xml version="1.0" encoding="utf-8"?>
<p:tagLst xmlns:p="http://schemas.openxmlformats.org/presentationml/2006/main">
  <p:tag name="KSO_WM_UNIT_TYPE" val="f"/>
  <p:tag name="KSO_WM_UNIT_INDEX" val="13"/>
  <p:tag name="KSO_WM_BEAUTIFY_FLAG" val="#wm#"/>
  <p:tag name="KSO_WM_TAG_VERSION" val="3.0"/>
</p:tagLst>
</file>

<file path=ppt/tags/tag1414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15.xml><?xml version="1.0" encoding="utf-8"?>
<p:tagLst xmlns:p="http://schemas.openxmlformats.org/presentationml/2006/main">
  <p:tag name="KSO_WM_UNIT_TYPE" val="x"/>
  <p:tag name="KSO_WM_UNIT_INDEX" val="1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16.xml><?xml version="1.0" encoding="utf-8"?>
<p:tagLst xmlns:p="http://schemas.openxmlformats.org/presentationml/2006/main">
  <p:tag name="KSO_WM_UNIT_TYPE" val="f"/>
  <p:tag name="KSO_WM_UNIT_INDEX" val="14"/>
  <p:tag name="KSO_WM_BEAUTIFY_FLAG" val="#wm#"/>
  <p:tag name="KSO_WM_TAG_VERSION" val="3.0"/>
</p:tagLst>
</file>

<file path=ppt/tags/tag1417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41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TYPE" val="i"/>
</p:tagLst>
</file>

<file path=ppt/tags/tag141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6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0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UNIT_FILL_FORE_SCHEMECOLOR_INDEX_BRIGHTNESS" val="0.4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1.xml><?xml version="1.0" encoding="utf-8"?>
<p:tagLst xmlns:p="http://schemas.openxmlformats.org/presentationml/2006/main">
  <p:tag name="KSO_WM_UNIT_TYPE" val="b"/>
  <p:tag name="KSO_WM_UNIT_INDEX" val="1"/>
  <p:tag name="KSO_WM_BEAUTIFY_FLAG" val="#wm#"/>
  <p:tag name="KSO_WM_TAG_VERSION" val="3.0"/>
</p:tagLst>
</file>

<file path=ppt/tags/tag142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23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2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25.xml><?xml version="1.0" encoding="utf-8"?>
<p:tagLst xmlns:p="http://schemas.openxmlformats.org/presentationml/2006/main">
  <p:tag name="KSO_WM_UNIT_TYPE" val="f"/>
  <p:tag name="KSO_WM_UNIT_INDEX" val="1"/>
  <p:tag name="KSO_WM_BEAUTIFY_FLAG" val="#wm#"/>
  <p:tag name="KSO_WM_TAG_VERSION" val="3.0"/>
</p:tagLst>
</file>

<file path=ppt/tags/tag1426.xml><?xml version="1.0" encoding="utf-8"?>
<p:tagLst xmlns:p="http://schemas.openxmlformats.org/presentationml/2006/main">
  <p:tag name="KSO_WM_UNIT_TYPE" val="i"/>
  <p:tag name="KSO_WM_UNIT_INDEX" val="10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27.xml><?xml version="1.0" encoding="utf-8"?>
<p:tagLst xmlns:p="http://schemas.openxmlformats.org/presentationml/2006/main">
  <p:tag name="KSO_WM_UNIT_TYPE" val="x"/>
  <p:tag name="KSO_WM_UNIT_INDEX" val="1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28.xml><?xml version="1.0" encoding="utf-8"?>
<p:tagLst xmlns:p="http://schemas.openxmlformats.org/presentationml/2006/main">
  <p:tag name="KSO_WM_UNIT_TYPE" val="f"/>
  <p:tag name="KSO_WM_UNIT_INDEX" val="2"/>
  <p:tag name="KSO_WM_BEAUTIFY_FLAG" val="#wm#"/>
  <p:tag name="KSO_WM_TAG_VERSION" val="3.0"/>
</p:tagLst>
</file>

<file path=ppt/tags/tag1429.xml><?xml version="1.0" encoding="utf-8"?>
<p:tagLst xmlns:p="http://schemas.openxmlformats.org/presentationml/2006/main">
  <p:tag name="KSO_WM_UNIT_TYPE" val="i"/>
  <p:tag name="KSO_WM_UNIT_INDEX" val="1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30.xml><?xml version="1.0" encoding="utf-8"?>
<p:tagLst xmlns:p="http://schemas.openxmlformats.org/presentationml/2006/main">
  <p:tag name="KSO_WM_UNIT_TYPE" val="x"/>
  <p:tag name="KSO_WM_UNIT_INDEX" val="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31.xml><?xml version="1.0" encoding="utf-8"?>
<p:tagLst xmlns:p="http://schemas.openxmlformats.org/presentationml/2006/main">
  <p:tag name="KSO_WM_UNIT_TYPE" val="f"/>
  <p:tag name="KSO_WM_UNIT_INDEX" val="3"/>
  <p:tag name="KSO_WM_BEAUTIFY_FLAG" val="#wm#"/>
  <p:tag name="KSO_WM_TAG_VERSION" val="3.0"/>
</p:tagLst>
</file>

<file path=ppt/tags/tag1432.xml><?xml version="1.0" encoding="utf-8"?>
<p:tagLst xmlns:p="http://schemas.openxmlformats.org/presentationml/2006/main">
  <p:tag name="KSO_WM_UNIT_TYPE" val="i"/>
  <p:tag name="KSO_WM_UNIT_INDEX" val="1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33.xml><?xml version="1.0" encoding="utf-8"?>
<p:tagLst xmlns:p="http://schemas.openxmlformats.org/presentationml/2006/main">
  <p:tag name="KSO_WM_UNIT_TYPE" val="x"/>
  <p:tag name="KSO_WM_UNIT_INDEX" val="3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34.xml><?xml version="1.0" encoding="utf-8"?>
<p:tagLst xmlns:p="http://schemas.openxmlformats.org/presentationml/2006/main">
  <p:tag name="KSO_WM_UNIT_TYPE" val="f"/>
  <p:tag name="KSO_WM_UNIT_INDEX" val="4"/>
  <p:tag name="KSO_WM_BEAUTIFY_FLAG" val="#wm#"/>
  <p:tag name="KSO_WM_TAG_VERSION" val="3.0"/>
</p:tagLst>
</file>

<file path=ppt/tags/tag1435.xml><?xml version="1.0" encoding="utf-8"?>
<p:tagLst xmlns:p="http://schemas.openxmlformats.org/presentationml/2006/main">
  <p:tag name="KSO_WM_UNIT_TYPE" val="i"/>
  <p:tag name="KSO_WM_UNIT_INDEX" val="1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36.xml><?xml version="1.0" encoding="utf-8"?>
<p:tagLst xmlns:p="http://schemas.openxmlformats.org/presentationml/2006/main">
  <p:tag name="KSO_WM_UNIT_TYPE" val="i"/>
  <p:tag name="KSO_WM_UNIT_INDEX" val="17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37.xml><?xml version="1.0" encoding="utf-8"?>
<p:tagLst xmlns:p="http://schemas.openxmlformats.org/presentationml/2006/main">
  <p:tag name="KSO_WM_UNIT_TYPE" val="i"/>
  <p:tag name="KSO_WM_UNIT_INDEX" val="1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38.xml><?xml version="1.0" encoding="utf-8"?>
<p:tagLst xmlns:p="http://schemas.openxmlformats.org/presentationml/2006/main">
  <p:tag name="KSO_WM_UNIT_TYPE" val="f"/>
  <p:tag name="KSO_WM_UNIT_INDEX" val="5"/>
  <p:tag name="KSO_WM_BEAUTIFY_FLAG" val="#wm#"/>
  <p:tag name="KSO_WM_TAG_VERSION" val="3.0"/>
</p:tagLst>
</file>

<file path=ppt/tags/tag1439.xml><?xml version="1.0" encoding="utf-8"?>
<p:tagLst xmlns:p="http://schemas.openxmlformats.org/presentationml/2006/main">
  <p:tag name="KSO_WM_UNIT_TYPE" val="i"/>
  <p:tag name="KSO_WM_UNIT_INDEX" val="22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0.xml><?xml version="1.0" encoding="utf-8"?>
<p:tagLst xmlns:p="http://schemas.openxmlformats.org/presentationml/2006/main">
  <p:tag name="KSO_WM_UNIT_TYPE" val="x"/>
  <p:tag name="KSO_WM_UNIT_INDEX" val="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41.xml><?xml version="1.0" encoding="utf-8"?>
<p:tagLst xmlns:p="http://schemas.openxmlformats.org/presentationml/2006/main">
  <p:tag name="KSO_WM_UNIT_TYPE" val="f"/>
  <p:tag name="KSO_WM_UNIT_INDEX" val="6"/>
  <p:tag name="KSO_WM_BEAUTIFY_FLAG" val="#wm#"/>
  <p:tag name="KSO_WM_TAG_VERSION" val="3.0"/>
</p:tagLst>
</file>

<file path=ppt/tags/tag1442.xml><?xml version="1.0" encoding="utf-8"?>
<p:tagLst xmlns:p="http://schemas.openxmlformats.org/presentationml/2006/main">
  <p:tag name="KSO_WM_UNIT_TYPE" val="i"/>
  <p:tag name="KSO_WM_UNIT_INDEX" val="2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3.xml><?xml version="1.0" encoding="utf-8"?>
<p:tagLst xmlns:p="http://schemas.openxmlformats.org/presentationml/2006/main">
  <p:tag name="KSO_WM_UNIT_TYPE" val="x"/>
  <p:tag name="KSO_WM_UNIT_INDEX" val="5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44.xml><?xml version="1.0" encoding="utf-8"?>
<p:tagLst xmlns:p="http://schemas.openxmlformats.org/presentationml/2006/main">
  <p:tag name="KSO_WM_UNIT_TYPE" val="f"/>
  <p:tag name="KSO_WM_UNIT_INDEX" val="7"/>
  <p:tag name="KSO_WM_BEAUTIFY_FLAG" val="#wm#"/>
  <p:tag name="KSO_WM_TAG_VERSION" val="3.0"/>
</p:tagLst>
</file>

<file path=ppt/tags/tag1445.xml><?xml version="1.0" encoding="utf-8"?>
<p:tagLst xmlns:p="http://schemas.openxmlformats.org/presentationml/2006/main">
  <p:tag name="KSO_WM_UNIT_TYPE" val="i"/>
  <p:tag name="KSO_WM_UNIT_INDEX" val="2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46.xml><?xml version="1.0" encoding="utf-8"?>
<p:tagLst xmlns:p="http://schemas.openxmlformats.org/presentationml/2006/main">
  <p:tag name="KSO_WM_UNIT_TYPE" val="x"/>
  <p:tag name="KSO_WM_UNIT_INDEX" val="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47.xml><?xml version="1.0" encoding="utf-8"?>
<p:tagLst xmlns:p="http://schemas.openxmlformats.org/presentationml/2006/main">
  <p:tag name="KSO_WM_UNIT_TYPE" val="f"/>
  <p:tag name="KSO_WM_UNIT_INDEX" val="8"/>
  <p:tag name="KSO_WM_BEAUTIFY_FLAG" val="#wm#"/>
  <p:tag name="KSO_WM_TAG_VERSION" val="3.0"/>
</p:tagLst>
</file>

<file path=ppt/tags/tag1448.xml><?xml version="1.0" encoding="utf-8"?>
<p:tagLst xmlns:p="http://schemas.openxmlformats.org/presentationml/2006/main">
  <p:tag name="KSO_WM_UNIT_TYPE" val="i"/>
  <p:tag name="KSO_WM_UNIT_INDEX" val="28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49.xml><?xml version="1.0" encoding="utf-8"?>
<p:tagLst xmlns:p="http://schemas.openxmlformats.org/presentationml/2006/main">
  <p:tag name="KSO_WM_UNIT_TYPE" val="i"/>
  <p:tag name="KSO_WM_UNIT_INDEX" val="29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50.xml><?xml version="1.0" encoding="utf-8"?>
<p:tagLst xmlns:p="http://schemas.openxmlformats.org/presentationml/2006/main">
  <p:tag name="KSO_WM_UNIT_TYPE" val="i"/>
  <p:tag name="KSO_WM_UNIT_INDEX" val="30"/>
  <p:tag name="KSO_WM_BEAUTIFY_FLAG" val="#wm#"/>
  <p:tag name="KSO_WM_TAG_VERSION" val="3.0"/>
  <p:tag name="KSO_WM_UNIT_TEXT_FILL_FORE_SCHEMECOLOR_INDEX_BRIGHTNESS" val="0"/>
  <p:tag name="KSO_WM_UNIT_TEXT_FILL_FORE_SCHEMECOLOR_INDEX" val="2"/>
  <p:tag name="KSO_WM_UNIT_TEXT_FILL_TYPE" val="1"/>
</p:tagLst>
</file>

<file path=ppt/tags/tag1451.xml><?xml version="1.0" encoding="utf-8"?>
<p:tagLst xmlns:p="http://schemas.openxmlformats.org/presentationml/2006/main">
  <p:tag name="KSO_WM_UNIT_TYPE" val="f"/>
  <p:tag name="KSO_WM_UNIT_INDEX" val="9"/>
  <p:tag name="KSO_WM_BEAUTIFY_FLAG" val="#wm#"/>
  <p:tag name="KSO_WM_TAG_VERSION" val="3.0"/>
</p:tagLst>
</file>

<file path=ppt/tags/tag1452.xml><?xml version="1.0" encoding="utf-8"?>
<p:tagLst xmlns:p="http://schemas.openxmlformats.org/presentationml/2006/main">
  <p:tag name="KSO_WM_UNIT_TYPE" val="i"/>
  <p:tag name="KSO_WM_UNIT_INDEX" val="34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53.xml><?xml version="1.0" encoding="utf-8"?>
<p:tagLst xmlns:p="http://schemas.openxmlformats.org/presentationml/2006/main">
  <p:tag name="KSO_WM_UNIT_TYPE" val="x"/>
  <p:tag name="KSO_WM_UNIT_INDEX" val="7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54.xml><?xml version="1.0" encoding="utf-8"?>
<p:tagLst xmlns:p="http://schemas.openxmlformats.org/presentationml/2006/main">
  <p:tag name="KSO_WM_UNIT_TYPE" val="f"/>
  <p:tag name="KSO_WM_UNIT_INDEX" val="10"/>
  <p:tag name="KSO_WM_BEAUTIFY_FLAG" val="#wm#"/>
  <p:tag name="KSO_WM_TAG_VERSION" val="3.0"/>
</p:tagLst>
</file>

<file path=ppt/tags/tag1455.xml><?xml version="1.0" encoding="utf-8"?>
<p:tagLst xmlns:p="http://schemas.openxmlformats.org/presentationml/2006/main">
  <p:tag name="KSO_WM_UNIT_TYPE" val="i"/>
  <p:tag name="KSO_WM_UNIT_INDEX" val="36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56.xml><?xml version="1.0" encoding="utf-8"?>
<p:tagLst xmlns:p="http://schemas.openxmlformats.org/presentationml/2006/main">
  <p:tag name="KSO_WM_UNIT_TYPE" val="x"/>
  <p:tag name="KSO_WM_UNIT_INDEX" val="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57.xml><?xml version="1.0" encoding="utf-8"?>
<p:tagLst xmlns:p="http://schemas.openxmlformats.org/presentationml/2006/main">
  <p:tag name="KSO_WM_UNIT_TYPE" val="f"/>
  <p:tag name="KSO_WM_UNIT_INDEX" val="11"/>
  <p:tag name="KSO_WM_BEAUTIFY_FLAG" val="#wm#"/>
  <p:tag name="KSO_WM_TAG_VERSION" val="3.0"/>
</p:tagLst>
</file>

<file path=ppt/tags/tag1458.xml><?xml version="1.0" encoding="utf-8"?>
<p:tagLst xmlns:p="http://schemas.openxmlformats.org/presentationml/2006/main">
  <p:tag name="KSO_WM_UNIT_TYPE" val="i"/>
  <p:tag name="KSO_WM_UNIT_INDEX" val="38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1459.xml><?xml version="1.0" encoding="utf-8"?>
<p:tagLst xmlns:p="http://schemas.openxmlformats.org/presentationml/2006/main">
  <p:tag name="KSO_WM_UNIT_TYPE" val="x"/>
  <p:tag name="KSO_WM_UNIT_INDEX" val="9"/>
  <p:tag name="KSO_WM_BEAUTIFY_FLAG" val="#wm#"/>
  <p:tag name="KSO_WM_TAG_VERSION" val="3.0"/>
  <p:tag name="KSO_WM_UNIT_FILL_FORE_SCHEMECOLOR_INDEX_BRIGHTNESS" val="0"/>
  <p:tag name="KSO_WM_UNIT_FILL_FORE_SCHEMECOLOR_INDEX" val="5"/>
  <p:tag name="KSO_WM_UNIT_FILL_TYPE" val="1"/>
</p:tagLst>
</file>

<file path=ppt/tags/tag1460.xml><?xml version="1.0" encoding="utf-8"?>
<p:tagLst xmlns:p="http://schemas.openxmlformats.org/presentationml/2006/main">
  <p:tag name="KSO_WM_UNIT_TYPE" val="f"/>
  <p:tag name="KSO_WM_UNIT_INDEX" val="12"/>
  <p:tag name="KSO_WM_BEAUTIFY_FLAG" val="#wm#"/>
  <p:tag name="KSO_WM_TAG_VERSION" val="3.0"/>
</p:tagLst>
</file>

<file path=ppt/tags/tag1461.xml><?xml version="1.0" encoding="utf-8"?>
<p:tagLst xmlns:p="http://schemas.openxmlformats.org/presentationml/2006/main">
  <p:tag name="KSO_WM_SLIDE_BK_DARK_LIGHT" val="2"/>
  <p:tag name="KSO_WM_SLIDE_BACKGROUND_TYPE" val="general"/>
</p:tagLst>
</file>

<file path=ppt/tags/tag1462.xml><?xml version="1.0" encoding="utf-8"?>
<p:tagLst xmlns:p="http://schemas.openxmlformats.org/presentationml/2006/main">
  <p:tag name="KSO_WM_UNIT_TYPE" val="b"/>
  <p:tag name="KSO_WM_BEAUTIFY_FLAG" val="#wm#"/>
  <p:tag name="KSO_WM_FIGMA_FLAG" val="#fgm#"/>
  <p:tag name="KSO_WM_UNIT_INDEX" val="1"/>
  <p:tag name="KSO_WM_UNIT_TEXT_TYPE" val="1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custom40498723_5*b*1"/>
  <p:tag name="KSO_WM_TEMPLATE_CATEGORY" val="custom"/>
  <p:tag name="KSO_WM_TEMPLATE_INDEX" val="40498723"/>
  <p:tag name="KSO_WM_UNIT_LAYERLEVEL" val="1"/>
  <p:tag name="KSO_WM_TAG_VERSION" val="3.0"/>
  <p:tag name="KSO_WM_UNIT_PRESET_TEXT" val="THE END"/>
  <p:tag name="KSO_WM_UNIT_TEXT_FILL_FORE_SCHEMECOLOR_INDEX_BRIGHTNESS" val="0.15"/>
  <p:tag name="KSO_WM_UNIT_TEXT_FILL_FORE_SCHEMECOLOR_INDEX" val="13"/>
  <p:tag name="KSO_WM_UNIT_TEXT_FILL_TYPE" val="1"/>
</p:tagLst>
</file>

<file path=ppt/tags/tag1463.xml><?xml version="1.0" encoding="utf-8"?>
<p:tagLst xmlns:p="http://schemas.openxmlformats.org/presentationml/2006/main">
  <p:tag name="KSO_WM_UNIT_ISCONTENTSTITLE" val="0"/>
  <p:tag name="KSO_WM_UNIT_ISNUMDGMTITLE" val="0"/>
  <p:tag name="KSO_WM_UNIT_NOCLEAR" val="1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2545_15*a*1"/>
  <p:tag name="KSO_WM_TEMPLATE_CATEGORY" val="custom"/>
  <p:tag name="KSO_WM_TEMPLATE_INDEX" val="20202545"/>
  <p:tag name="KSO_WM_UNIT_LAYERLEVEL" val="1"/>
  <p:tag name="KSO_WM_TAG_VERSION" val="1.0"/>
  <p:tag name="KSO_WM_BEAUTIFY_FLAG" val="#wm#"/>
  <p:tag name="KSO_WM_UNIT_PRESET_TEXT" val="THANKS"/>
  <p:tag name="KSO_WM_UNIT_TEXT_FILL_FORE_SCHEMECOLOR_INDEX_BRIGHTNESS" val="0.15"/>
  <p:tag name="KSO_WM_UNIT_TEXT_FILL_FORE_SCHEMECOLOR_INDEX" val="13"/>
  <p:tag name="KSO_WM_UNIT_TEXT_FILL_TYPE" val="1"/>
</p:tagLst>
</file>

<file path=ppt/tags/tag1464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endPage"/>
  <p:tag name="KSO_WM_TEMPLATE_SUBCATEGORY" val="0"/>
  <p:tag name="KSO_WM_BEAUTIFY_FLAG" val="#wm#"/>
  <p:tag name="KSO_WM_TEMPLATE_SLIDE_ID" val="slide_2f1bc384a532e0ce"/>
  <p:tag name="KSO_WM_TAG_VERSION" val="1.0"/>
  <p:tag name="KSO_WM_SLIDE_ID" val="custom20202545_15"/>
  <p:tag name="KSO_WM_TEMPLATE_MASTER_TYPE" val="1"/>
  <p:tag name="KSO_WM_TEMPLATE_COLOR_TYPE" val="1"/>
  <p:tag name="KSO_WM_SLIDE_INDEX" val="15"/>
  <p:tag name="KSO_WM_TEMPLATE_CATEGORY" val="custom"/>
  <p:tag name="KSO_WM_TEMPLATE_INDEX" val="20202545"/>
  <p:tag name="KSO_WM_SLIDE_LAYOUT" val="a"/>
  <p:tag name="KSO_WM_SLIDE_LAYOUT_CNT" val="1"/>
  <p:tag name="KSO_WM_SLIDE_SUBTYPE" val="pureTxt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5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6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7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3_Office 主题​​">
  <a:themeElements>
    <a:clrScheme name="">
      <a:dk1>
        <a:srgbClr val="000000"/>
      </a:dk1>
      <a:lt1>
        <a:srgbClr val="FFFFFF"/>
      </a:lt1>
      <a:dk2>
        <a:srgbClr val="333333"/>
      </a:dk2>
      <a:lt2>
        <a:srgbClr val="FFFFFF"/>
      </a:lt2>
      <a:accent1>
        <a:srgbClr val="5C8FC7"/>
      </a:accent1>
      <a:accent2>
        <a:srgbClr val="6E82BA"/>
      </a:accent2>
      <a:accent3>
        <a:srgbClr val="8376B0"/>
      </a:accent3>
      <a:accent4>
        <a:srgbClr val="9868A3"/>
      </a:accent4>
      <a:accent5>
        <a:srgbClr val="AE5B97"/>
      </a:accent5>
      <a:accent6>
        <a:srgbClr val="C44B8A"/>
      </a:accent6>
      <a:hlink>
        <a:srgbClr val="658BD5"/>
      </a:hlink>
      <a:folHlink>
        <a:srgbClr val="9F69A3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Office 主题​​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Office 主题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1897</Words>
  <Application>WPS 演示</Application>
  <PresentationFormat>宽屏</PresentationFormat>
  <Paragraphs>516</Paragraphs>
  <Slides>24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7</vt:i4>
      </vt:variant>
      <vt:variant>
        <vt:lpstr>幻灯片标题</vt:lpstr>
      </vt:variant>
      <vt:variant>
        <vt:i4>24</vt:i4>
      </vt:variant>
    </vt:vector>
  </HeadingPairs>
  <TitlesOfParts>
    <vt:vector size="41" baseType="lpstr">
      <vt:lpstr>Arial</vt:lpstr>
      <vt:lpstr>宋体</vt:lpstr>
      <vt:lpstr>Wingdings</vt:lpstr>
      <vt:lpstr>微软雅黑</vt:lpstr>
      <vt:lpstr>汉仪旗黑-85S</vt:lpstr>
      <vt:lpstr>黑体</vt:lpstr>
      <vt:lpstr>Viner Hand ITC</vt:lpstr>
      <vt:lpstr>汉仪旗黑-85S</vt:lpstr>
      <vt:lpstr>Wingdings</vt:lpstr>
      <vt:lpstr>Arial Unicode MS</vt:lpstr>
      <vt:lpstr>WPS</vt:lpstr>
      <vt:lpstr>1_Office 主题​​</vt:lpstr>
      <vt:lpstr>4_Office 主题​​</vt:lpstr>
      <vt:lpstr>5_Office 主题​​</vt:lpstr>
      <vt:lpstr>6_Office 主题​​</vt:lpstr>
      <vt:lpstr>7_Office 主题​​</vt:lpstr>
      <vt:lpstr>3_Office 主题​​</vt:lpstr>
      <vt:lpstr>冲压模具凸模与凹模 数字化设计与制造课程设计答辩</vt:lpstr>
      <vt:lpstr>PowerPoint 演示文稿</vt:lpstr>
      <vt:lpstr>项目概述与零件分析</vt:lpstr>
      <vt:lpstr>PowerPoint 演示文稿</vt:lpstr>
      <vt:lpstr>PowerPoint 演示文稿</vt:lpstr>
      <vt:lpstr>零件数字化建模</vt:lpstr>
      <vt:lpstr>PowerPoint 演示文稿</vt:lpstr>
      <vt:lpstr>加工工艺分析</vt:lpstr>
      <vt:lpstr>PowerPoint 演示文稿</vt:lpstr>
      <vt:lpstr>PowerPoint 演示文稿</vt:lpstr>
      <vt:lpstr>数控加工程序编制</vt:lpstr>
      <vt:lpstr>PowerPoint 演示文稿</vt:lpstr>
      <vt:lpstr>数控加工与仿真验证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总结与展望</vt:lpstr>
      <vt:lpstr>PowerPoint 演示文稿</vt:lpstr>
      <vt:lpstr>PowerPoint 演示文稿</vt:lpstr>
      <vt:lpstr>感谢聆听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冲压模具凸模与凹模 数字化设计与制造课程设计答辩</dc:title>
  <dc:creator/>
  <cp:lastModifiedBy>海伦娜</cp:lastModifiedBy>
  <cp:revision>7</cp:revision>
  <dcterms:created xsi:type="dcterms:W3CDTF">2026-07-01T10:01:00Z</dcterms:created>
  <dcterms:modified xsi:type="dcterms:W3CDTF">2026-07-02T00:26:57Z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2052-12.1.0.26884</vt:lpwstr>
  </property>
  <property fmtid="{D5CDD505-2E9C-101B-9397-08002B2CF9AE}" pid="3" name="ICV">
    <vt:lpwstr>741ADEF6610C47AD9A9580C8AC23B49F_13</vt:lpwstr>
  </property>
  <property fmtid="{D5CDD505-2E9C-101B-9397-08002B2CF9AE}" pid="4" name="KSOTemplateUUID">
    <vt:lpwstr>v1.0_ai_69796649294</vt:lpwstr>
  </property>
</Properties>
</file>